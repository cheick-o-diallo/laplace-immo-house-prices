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21"/>
  </p:notesMasterIdLst>
  <p:handoutMasterIdLst>
    <p:handoutMasterId r:id="rId22"/>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t d’Apprentissage Automatique – Présentation" id="{ACE89B3F-7643-4AE3-81BA-55E63ABB67F5}">
          <p14:sldIdLst>
            <p14:sldId id="2561"/>
          </p14:sldIdLst>
        </p14:section>
        <p14:section name="Présentation Générale du Projet" id="{F7504FFE-A6B2-4869-8BB0-49E930E13C81}">
          <p14:sldIdLst>
            <p14:sldId id="2562"/>
            <p14:sldId id="2563"/>
          </p14:sldIdLst>
        </p14:section>
        <p14:section name="Analyse du Dataset" id="{338BA827-2FFF-4440-85E7-03B633D95173}">
          <p14:sldIdLst>
            <p14:sldId id="2564"/>
            <p14:sldId id="2565"/>
          </p14:sldIdLst>
        </p14:section>
        <p14:section name="Analyse Exploratoire" id="{26B3ECF2-9C5E-44F3-8235-10A411152953}">
          <p14:sldIdLst>
            <p14:sldId id="2566"/>
            <p14:sldId id="2567"/>
            <p14:sldId id="2568"/>
          </p14:sldIdLst>
        </p14:section>
        <p14:section name="Préparation des Données et Feature Engineering" id="{B62369C4-EA4C-42D0-8457-BC4AEE90DFFA}">
          <p14:sldIdLst>
            <p14:sldId id="2569"/>
            <p14:sldId id="2570"/>
            <p14:sldId id="2571"/>
          </p14:sldIdLst>
        </p14:section>
        <p14:section name="Modélisation et Évaluation" id="{6DBDA606-21F2-400C-8C42-9EB4DFF5BC0E}">
          <p14:sldIdLst>
            <p14:sldId id="2572"/>
            <p14:sldId id="2573"/>
            <p14:sldId id="2574"/>
          </p14:sldIdLst>
        </p14:section>
        <p14:section name="Synthèse et Conclusion" id="{232884C0-4C1D-46CC-85EF-EA46B2A31A71}">
          <p14:sldIdLst>
            <p14:sldId id="2575"/>
            <p14:sldId id="257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002D4D-8160-4C4C-9E3C-6876AE6745F2}" v="19" dt="2026-02-14T11:16:37.959"/>
    <p1510:client id="{412E33C8-5627-3686-8B80-E8B8CB456842}" v="273" dt="2026-02-14T12:00:38.501"/>
    <p1510:client id="{EDE77E0B-68D6-693C-F2F2-40E53834DF49}" v="348" dt="2026-02-14T23:22:27.153"/>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5D1EC30-5B0B-48D0-A1A8-66A96720DF24}" type="datetimeFigureOut">
              <a:rPr lang="en-US" smtClean="0"/>
              <a:t>2/14/2026</a:t>
            </a:fld>
            <a:endParaRPr lang="en-US"/>
          </a:p>
        </p:txBody>
      </p:sp>
      <p:sp>
        <p:nvSpPr>
          <p:cNvPr id="4" name="Espace réservé du pied de page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9F68A4D-42A7-45F7-9930-00E8DCB48D7E}" type="datetimeFigureOut">
              <a:rPr lang="en-US" smtClean="0"/>
              <a:t>2/14/2026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a:t>
            </a:fld>
            <a:endParaRPr lang="en-US"/>
          </a:p>
        </p:txBody>
      </p:sp>
    </p:spTree>
    <p:extLst>
      <p:ext uri="{BB962C8B-B14F-4D97-AF65-F5344CB8AC3E}">
        <p14:creationId xmlns:p14="http://schemas.microsoft.com/office/powerpoint/2010/main" val="2159576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Contexte, objectifs et structure de la présentation</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2</a:t>
            </a:fld>
            <a:endParaRPr lang="en-US"/>
          </a:p>
        </p:txBody>
      </p:sp>
    </p:spTree>
    <p:extLst>
      <p:ext uri="{BB962C8B-B14F-4D97-AF65-F5344CB8AC3E}">
        <p14:creationId xmlns:p14="http://schemas.microsoft.com/office/powerpoint/2010/main" val="3555095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Cette présentation porte sur un projet d’apprentissage automatique visant à exploiter un dataset spécifique pour prédire ou classifier une variable cible selon un besoin métier clairement défini. L’objectif principal est de présenter la démarche complète réalisée, depuis l’analyse exploratoire jusqu’à l’évaluation du meilleur modèle, en passant par le feature engineering et la modélisation. Le contexte du projet inclut la compréhension de la nature des données, leur source, la problématique étudiée ainsi que les résultats attendus en termes de valeur ajoutée opérationnelle ou décisionnelle. La présentation suit une structure logique de bout en bout, permettant d’expliquer le raisonnement scientifique et technique tout en soulignant les choix méthodologiques réalisés. Elle comprend une analyse univariée qui permet d’étudier chaque variable indépendamment afin de détecter anomalies, tendances centrales et dispersions. Ensuite, une analyse bivariée met en lumière les relations entre variables et leur corrélation avec la cible. La phase de préparation et de feature engineering vise à transformer et enrichir les données, incluant le traitement des valeurs manquantes, l’encodage des variables catégorielles, la normalisation et la création de nouvelles variables pertinentes. La modélisation repose sur l’évaluation de plusieurs algorithmes tels que la régression logistique, les arbres de décision, les forêts aléatoires ou les méthodes boosting. La sélection du meilleur modèle repose sur des métriques adaptées au type de tâche, comme l’accuracy, la F1-score ou le ROC-AUC pour la classification. Enfin, le projet se conclut par une interprétabilité du modèle retenu, un résumé des résultats clés et des perspectives d’amélioration pour les phases futures. Cette approche rigoureuse permet d’assurer une transition claire entre chaque étape du pipeline de machine learning, garantissant ainsi une compréhension fluide et structurée pour le public.</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a:p>
        </p:txBody>
      </p:sp>
    </p:spTree>
    <p:extLst>
      <p:ext uri="{BB962C8B-B14F-4D97-AF65-F5344CB8AC3E}">
        <p14:creationId xmlns:p14="http://schemas.microsoft.com/office/powerpoint/2010/main" val="3074302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Structure, source et qualité des données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4</a:t>
            </a:fld>
            <a:endParaRPr lang="en-US"/>
          </a:p>
        </p:txBody>
      </p:sp>
    </p:spTree>
    <p:extLst>
      <p:ext uri="{BB962C8B-B14F-4D97-AF65-F5344CB8AC3E}">
        <p14:creationId xmlns:p14="http://schemas.microsoft.com/office/powerpoint/2010/main" val="2514706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dataset étudié provient d’une source clairement identifiée, ce qui permet d’évaluer sa fiabilité et son périmètre d’application. Il est composé d’un nombre défini d’observations et de variables, pouvant inclure des données numériques, catégorielles, temporelles ou textuelles. L’identification de la variable cible est un élément crucial, car elle détermine s’il s’agit d’un problème de classification ou de régression. L’analyse de la qualité des données constitue la première étape essentielle : elle porte sur la détection des valeurs manquantes, des doublons, des incohérences ou des éventuels biais de collecte. Les valeurs manquantes sont souvent regroupées sous forme de taux par variable afin d’évaluer la meilleure stratégie de traitement : suppression, imputation simple (moyenne, médiane), imputation par modèles ou encore catégorisation spéciale. Les doublons et incohérences sont identifiés pour garantir que les données reflètent des observations uniques et cohérentes. Les outliers, quant à eux, peuvent impacter les statistiques descriptives et influencer les modèles sensibles aux valeurs extrêmes, comme la régression linéaire ou les méthodes basées sur les distances. Une stratégie de nettoyage globale est ainsi mise en place pour assurer une base de données exploitable. L’étude des types de données (numériques versus catégorielles) permet de préparer les analyses univariées et bivariées qui suivront. En résumé, cette étape vise à fournir une compréhension structurelle solide du dataset, assurant une qualité suffisante pour la suite du pipeline de machine learning.</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5</a:t>
            </a:fld>
            <a:endParaRPr lang="en-US"/>
          </a:p>
        </p:txBody>
      </p:sp>
    </p:spTree>
    <p:extLst>
      <p:ext uri="{BB962C8B-B14F-4D97-AF65-F5344CB8AC3E}">
        <p14:creationId xmlns:p14="http://schemas.microsoft.com/office/powerpoint/2010/main" val="2821103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Analyse univariée des variables numériques, Analyse bivariée : relations avec la variable cible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6</a:t>
            </a:fld>
            <a:endParaRPr lang="en-US"/>
          </a:p>
        </p:txBody>
      </p:sp>
    </p:spTree>
    <p:extLst>
      <p:ext uri="{BB962C8B-B14F-4D97-AF65-F5344CB8AC3E}">
        <p14:creationId xmlns:p14="http://schemas.microsoft.com/office/powerpoint/2010/main" val="1137364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L’analyse univariée des variables numériques s’intéresse à la distribution de chaque variable indépendamment, permettant d’identifier des tendances générales ainsi que des anomalies potentielles. Les histogrammes permettent de visualiser la répartition des valeurs et d’identifier les formes de distribution telles que normales, asymétriques ou multimodales. Les boxplots sont particulièrement utiles pour repérer les valeurs aberrantes et l’étendue interquartile, révélant les niveaux de dispersion. Les mesures de tendance centrale comme la moyenne et la médiane donnent des indications importantes sur le comportement global de la variable, tandis que l’écart-type et l’IQR renseignent sur la variabilité. L’analyse de la skewness et de la kurtosis est également cruciale : une forte asymétrie peut nécessiter une transformation logarithmique ou une normalisation pour faciliter la modélisation. L’identification de variables peu informatives, faiblement variables ou quasi constantes permet de décider de leur éventuelle suppression. Cette étape est essentielle pour anticiper les défis techniques que poseront ces variables dans les phases ultérieures du pipeline, notamment pour les algorithmes sensibles à l’échelle ou aux distributions non normales.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7</a:t>
            </a:fld>
            <a:endParaRPr lang="en-US"/>
          </a:p>
        </p:txBody>
      </p:sp>
    </p:spTree>
    <p:extLst>
      <p:ext uri="{BB962C8B-B14F-4D97-AF65-F5344CB8AC3E}">
        <p14:creationId xmlns:p14="http://schemas.microsoft.com/office/powerpoint/2010/main" val="3618307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L’analyse bivariée vise à étudier les relations entre les variables explicatives et la variable cible dans le but d’identifier les corrélations et les potentiels prédicteurs. Pour les variables numériques, les heatmaps de corrélation fournissent une première indication des liens linéaires entre variables. Des scatterplots permettent également de visualiser les éventuelles relations non linéaires ainsi que la structure globale des données selon la cible. Pour les variables catégorielles, les tableaux croisés dynamiques et les diagrammes en barres permettent de dégager des tendances pertinentes, comme des classes fortement associées à certaines valeurs cibles. L’analyse de la multicolinéarité, via les matrices de corrélation ou les Variance Inflation Factors (VIF), aide à identifier les variables redondantes qui pourraient perturber certains modèles. L’exploration des interactions entre variables—par exemple un effet conjoint de deux variables catégorielles—peut révéler des relations complexes souvent invisibles lors des analyses univariées. Cette phase permet de sélectionner les variables les plus pertinentes pour la modélisation, d’ajuster les stratégies de transformation et de préparer un feature engineering plus efficace.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8</a:t>
            </a:fld>
            <a:endParaRPr lang="en-US"/>
          </a:p>
        </p:txBody>
      </p:sp>
    </p:spTree>
    <p:extLst>
      <p:ext uri="{BB962C8B-B14F-4D97-AF65-F5344CB8AC3E}">
        <p14:creationId xmlns:p14="http://schemas.microsoft.com/office/powerpoint/2010/main" val="3273755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Nettoyage, imputation et transformations préliminaires, Encodage, normalisation et création de nouvelles variables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9</a:t>
            </a:fld>
            <a:endParaRPr lang="en-US"/>
          </a:p>
        </p:txBody>
      </p:sp>
    </p:spTree>
    <p:extLst>
      <p:ext uri="{BB962C8B-B14F-4D97-AF65-F5344CB8AC3E}">
        <p14:creationId xmlns:p14="http://schemas.microsoft.com/office/powerpoint/2010/main" val="2275063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nettoyage des données constitue une étape indispensable avant d’entamer toute méthodologie de modélisation. Les valeurs manquantes sont traitées selon des stratégies adaptées à la nature des variables et au taux de données absentes : imputation par médiane pour les variables numériques, par mode pour les catégorielles ou imputation par modèles plus sophistiqués si nécessaire. Les outliers peuvent être traités via des méthodes telles que la winsorisation, le capping ou les transformations logarithmiques, particulièrement utiles pour les distributions asymétriques. Les données temporelles nécessitent souvent une uniformisation des formats ou une extraction des composantes comme les jours, mois ou années. L’harmonisation des unités, la correction des incohérences textuelles et la suppression des doublons améliorent la cohérence globale du dataset. À cette étape, il est aussi essentiel de documenter les choix effectués pour garantir la reproductibilité du pipeline. Le traitement correct des données brutes favorise des performances plus stables lors de l’entraînement des modèles et réduit le risque de biais introduits par des anomalies non traitées.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10</a:t>
            </a:fld>
            <a:endParaRPr lang="en-US"/>
          </a:p>
        </p:txBody>
      </p:sp>
    </p:spTree>
    <p:extLst>
      <p:ext uri="{BB962C8B-B14F-4D97-AF65-F5344CB8AC3E}">
        <p14:creationId xmlns:p14="http://schemas.microsoft.com/office/powerpoint/2010/main" val="2562090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feature engineering constitue l’une des phases les plus importantes dans la construction d’un modèle performant. L’encodage des variables catégorielles est une étape incontournable : selon le modèle ciblé, on utilisera un one-hot encoding pour les modèles linéaires et basés sur les distances, ou un target encoding pour les modèles plus robustes aux variations d’échelle. La normalisation ou la standardisation est essentielle pour les algorithmes sensibles aux distances, comme les SVM ou les KNN. La création de nouvelles variables permet d’enrichir la structure explicative du dataset : ratios, logarithmes, combinaisons linéaires ou non linéaires améliorent souvent la capture des relations complexes avec la cible. Pour les données temporelles, des variables dérivées comme les décalages (lags), les moyennes mobiles ou les dérivées chronologiques permettent de capturer les dynamiques sous-jacentes. La réduction de dimension, via la PCA ou d’autres méthodes, peut être utilisée pour condenser l’information tout en éliminant le bruit. Cette phase vise à améliorer la pertinence du dataset et à optimiser les performances des modèles.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11</a:t>
            </a:fld>
            <a:endParaRPr lang="en-US"/>
          </a:p>
        </p:txBody>
      </p:sp>
    </p:spTree>
    <p:extLst>
      <p:ext uri="{BB962C8B-B14F-4D97-AF65-F5344CB8AC3E}">
        <p14:creationId xmlns:p14="http://schemas.microsoft.com/office/powerpoint/2010/main" val="1585508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Modèles testés et méthodologie d’entraînement, Évaluation, comparaison et sélection du meilleur modèle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12</a:t>
            </a:fld>
            <a:endParaRPr lang="en-US"/>
          </a:p>
        </p:txBody>
      </p:sp>
    </p:spTree>
    <p:extLst>
      <p:ext uri="{BB962C8B-B14F-4D97-AF65-F5344CB8AC3E}">
        <p14:creationId xmlns:p14="http://schemas.microsoft.com/office/powerpoint/2010/main" val="3632391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phase de modélisation s’appuie sur l’évaluation de plusieurs modèles afin d’identifier celui offrant le meilleur compromis entre performance, robustesse et coût computationnel. Dans ce projet, plusieurs familles de modèles ont été étudiées. Les modèles linéaires, tels que la régression logistique ou la régression linéaire, servent souvent de baseline en raison de leur simplicité et de leur interprétabilité. Les méthodes basées sur les arbres de décision, telles que Random Forest, Gradient Boosting, XGBoost ou LightGBM, sont quant à elles particulièrement efficaces pour capturer les relations non linéaires et gérer les interactions entre variables. Certains modèles comme les SVM ou les KNN peuvent également être pertinents selon la structure des données. La méthodologie d’entraînement repose généralement sur l’utilisation de pipelines pour éviter les fuites de données, ainsi que sur la validation croisée (k-fold) afin d’obtenir des estimations robustes des performances. L’optimisation des hyperparamètres, réalisée via Grid Search, Random Search ou optimisation bayésienne, permet de tirer le meilleur parti de chaque algorithme.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13</a:t>
            </a:fld>
            <a:endParaRPr lang="en-US"/>
          </a:p>
        </p:txBody>
      </p:sp>
    </p:spTree>
    <p:extLst>
      <p:ext uri="{BB962C8B-B14F-4D97-AF65-F5344CB8AC3E}">
        <p14:creationId xmlns:p14="http://schemas.microsoft.com/office/powerpoint/2010/main" val="735607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L’évaluation des modèles repose sur des métriques adaptées à la nature de la tâche : accuracy, précision, rappel, F1-score ou ROC-AUC pour la classification ; RMSE, MAE ou R² pour la régression. L’examen simultané de plusieurs métriques permet d’obtenir une vision plus fine de la performance globale. Une comparaison structurée des modèles, via un tableau synthétique ou des visualisations telles que les courbes ROC, matrices de confusion ou graphiques d’erreurs, permet de déterminer lequel offre les meilleurs résultats sur le jeu de validation. Le choix final ne doit pas se baser uniquement sur la métrique principale, mais également tenir compte d’éléments tels que la robustesse du modèle, sa stabilité (variance entre folds), son temps d’entraînement ou encore ses contraintes opérationnelles. Une fois le meilleur modèle sélectionné, il est évalué une dernière fois sur un jeu de test séparé afin d’obtenir une estimation fiable de sa performance en production. L’interprétabilité du modèle, via les importances de variables ou les méthodes SHAP, permet enfin de comprendre les facteurs clés qui influencent la prédiction.</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14</a:t>
            </a:fld>
            <a:endParaRPr lang="en-US"/>
          </a:p>
        </p:txBody>
      </p:sp>
    </p:spTree>
    <p:extLst>
      <p:ext uri="{BB962C8B-B14F-4D97-AF65-F5344CB8AC3E}">
        <p14:creationId xmlns:p14="http://schemas.microsoft.com/office/powerpoint/2010/main" val="3407549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Résumé des résultats clés et perspectives futures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15</a:t>
            </a:fld>
            <a:endParaRPr lang="en-US"/>
          </a:p>
        </p:txBody>
      </p:sp>
    </p:spTree>
    <p:extLst>
      <p:ext uri="{BB962C8B-B14F-4D97-AF65-F5344CB8AC3E}">
        <p14:creationId xmlns:p14="http://schemas.microsoft.com/office/powerpoint/2010/main" val="652586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Cette dernière section propose une synthèse des principaux résultats obtenus au cours du projet d’apprentissage automatique. Elle récapitule les performances du meilleur modèle sélectionné, les variables les plus influentes identifiées lors de l’analyse et les enseignements métiers tirés des résultats. Le résumé permet de mettre en avant la cohérence du pipeline suivi : analyse exploratoire pertinente, engineering efficace, choix de modèles adapté et évaluation rigoureuse. Les perspectives futures incluent des pistes d'amélioration telles que l’enrichissement du dataset, l’exploration de modèles plus avancés ou la mise en place d’un pipeline de monitoring pour suivre le drift des données après déploiement. Les limites identifiées—manque de données, biais potentiels, dépendance à certaines variables—sont également discutées afin d’orienter les travaux futurs. La conclusion insiste sur la valeur opérationnelle du modèle pour le métier et ouvre la discussion pour les questions et retours du public.</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16</a:t>
            </a:fld>
            <a:endParaRPr lang="en-US"/>
          </a:p>
        </p:txBody>
      </p:sp>
    </p:spTree>
    <p:extLst>
      <p:ext uri="{BB962C8B-B14F-4D97-AF65-F5344CB8AC3E}">
        <p14:creationId xmlns:p14="http://schemas.microsoft.com/office/powerpoint/2010/main" val="1649808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avec image">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rtl="0"/>
            <a:r>
              <a:rPr lang="fr"/>
              <a:t>Modifiez le style des sous-titres du masque</a:t>
            </a:r>
          </a:p>
        </p:txBody>
      </p:sp>
      <p:sp>
        <p:nvSpPr>
          <p:cNvPr id="6" name="Espace réservé d’image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rtlCol="0"/>
          <a:lstStyle>
            <a:lvl1pPr>
              <a:defRPr/>
            </a:lvl1pPr>
          </a:lstStyle>
          <a:p>
            <a:pPr rtl="0"/>
            <a:r>
              <a:rPr lang="fr"/>
              <a:t> </a:t>
            </a:r>
          </a:p>
        </p:txBody>
      </p:sp>
      <p:sp>
        <p:nvSpPr>
          <p:cNvPr id="5" name="Espace réservé du pied de page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rtlCol="0" anchor="t"/>
          <a:lstStyle>
            <a:lvl1pPr>
              <a:defRPr sz="1400"/>
            </a:lvl1pPr>
          </a:lstStyle>
          <a:p>
            <a:pPr rtl="0"/>
            <a:r>
              <a:rPr lang="fr"/>
              <a:t>Exemple de texte de pied de page</a:t>
            </a:r>
          </a:p>
        </p:txBody>
      </p:sp>
      <p:sp>
        <p:nvSpPr>
          <p:cNvPr id="8" name="Espace réservé du numéro de diapositive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rtlCol="0"/>
          <a:lstStyle/>
          <a:p>
            <a:pPr rtl="0"/>
            <a:fld id="{CC057153-B650-4DEB-B370-79DDCFDCE934}" type="slidenum">
              <a:rPr lang="en-US" smtClean="0"/>
              <a:pPr rtl="0"/>
              <a:t>‹#›</a:t>
            </a:fld>
            <a:endParaRPr lang="en-US"/>
          </a:p>
        </p:txBody>
      </p:sp>
      <p:pic>
        <p:nvPicPr>
          <p:cNvPr id="12" name="Graphisme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r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rtlCol="0" anchor="b">
            <a:normAutofit/>
          </a:bodyPr>
          <a:lstStyle>
            <a:lvl1pPr>
              <a:lnSpc>
                <a:spcPct val="60000"/>
              </a:lnSpc>
              <a:defRPr sz="5200"/>
            </a:lvl1pPr>
          </a:lstStyle>
          <a:p>
            <a:pPr rtl="0"/>
            <a:r>
              <a:rPr lang="fr"/>
              <a:t>Modifiez le style du titre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rtlCol="0"/>
          <a:lstStyle/>
          <a:p>
            <a:pPr rtl="0"/>
            <a:r>
              <a:rPr lang="fr"/>
              <a:t>Modifiez le style du titre</a:t>
            </a:r>
          </a:p>
        </p:txBody>
      </p:sp>
      <p:sp>
        <p:nvSpPr>
          <p:cNvPr id="7" name="Espace réservé du pied de page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rtlCol="0"/>
          <a:lstStyle/>
          <a:p>
            <a:pPr rtl="0"/>
            <a:r>
              <a:rPr lang="fr"/>
              <a:t>Exemple de texte de pied de page</a:t>
            </a:r>
          </a:p>
        </p:txBody>
      </p:sp>
      <p:sp>
        <p:nvSpPr>
          <p:cNvPr id="2" name="Espace réservé de la date 1">
            <a:extLst>
              <a:ext uri="{FF2B5EF4-FFF2-40B4-BE49-F238E27FC236}">
                <a16:creationId xmlns:a16="http://schemas.microsoft.com/office/drawing/2014/main" id="{1FADE430-EE65-B675-F031-7651DE9D69AC}"/>
              </a:ext>
            </a:extLst>
          </p:cNvPr>
          <p:cNvSpPr>
            <a:spLocks noGrp="1"/>
          </p:cNvSpPr>
          <p:nvPr>
            <p:ph type="dt" sz="half" idx="10"/>
          </p:nvPr>
        </p:nvSpPr>
        <p:spPr/>
        <p:txBody>
          <a:bodyPr rtlCol="0"/>
          <a:lstStyle/>
          <a:p>
            <a:pPr rtl="0"/>
            <a:endParaRPr lang="en-US"/>
          </a:p>
        </p:txBody>
      </p:sp>
      <p:sp>
        <p:nvSpPr>
          <p:cNvPr id="9" name="Espace réservé du numéro de diapositive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rtlCol="0"/>
          <a:lstStyle/>
          <a:p>
            <a:pPr rtl="0"/>
            <a:fld id="{CC057153-B650-4DEB-B370-79DDCFDCE934}" type="slidenum">
              <a:rPr lang="en-US" smtClean="0"/>
              <a:pPr rtl="0"/>
              <a:t>‹#›</a:t>
            </a:fld>
            <a:endParaRPr lang="en-US"/>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avec image 2">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rtlCol="0"/>
          <a:lstStyle>
            <a:lvl1pPr>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rtlCol="0"/>
          <a:lstStyle/>
          <a:p>
            <a:pPr rtl="0"/>
            <a:r>
              <a:rPr lang="fr"/>
              <a:t>Exemple de texte de pied de page</a:t>
            </a:r>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rtlCol="0"/>
          <a:lstStyle/>
          <a:p>
            <a:pPr rtl="0"/>
            <a:fld id="{CC057153-B650-4DEB-B370-79DDCFDCE934}" type="slidenum">
              <a:rPr lang="en-US" smtClean="0"/>
              <a:t>‹#›</a:t>
            </a:fld>
            <a:endParaRPr lang="en-US"/>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rtlCol="0"/>
          <a:lstStyle>
            <a:lvl1pPr>
              <a:defRPr>
                <a:solidFill>
                  <a:schemeClr val="tx1"/>
                </a:solidFill>
                <a:effectLst/>
              </a:defRPr>
            </a:lvl1pPr>
          </a:lstStyle>
          <a:p>
            <a:pPr rtl="0"/>
            <a:endParaRPr lang="en-US"/>
          </a:p>
        </p:txBody>
      </p:sp>
      <p:pic>
        <p:nvPicPr>
          <p:cNvPr id="9" name="Graphisme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r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rtlCol="0" anchor="b"/>
          <a:lstStyle/>
          <a:p>
            <a:pPr rtl="0"/>
            <a:r>
              <a:rPr lang="fr"/>
              <a:t>Modifiez le style du titre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avec image 3">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rtlCol="0"/>
          <a:lstStyle>
            <a:lvl1pPr>
              <a:defRPr/>
            </a:lvl1pPr>
          </a:lstStyle>
          <a:p>
            <a:pPr rtl="0"/>
            <a:r>
              <a:rPr lang="fr"/>
              <a:t> </a:t>
            </a:r>
          </a:p>
        </p:txBody>
      </p:sp>
      <p:sp>
        <p:nvSpPr>
          <p:cNvPr id="4" name="Titr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rtlCol="0"/>
          <a:lstStyle/>
          <a:p>
            <a:pPr rtl="0"/>
            <a:r>
              <a:rPr lang="fr"/>
              <a:t>Modifiez le style du titre</a:t>
            </a:r>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avec image 4">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rtl="0"/>
            <a:r>
              <a:rPr lang="fr"/>
              <a:t>Modifiez le style des sous-titres du masque</a:t>
            </a:r>
          </a:p>
        </p:txBody>
      </p:sp>
      <p:sp>
        <p:nvSpPr>
          <p:cNvPr id="6" name="Espace réservé d’image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rtlCol="0"/>
          <a:lstStyle>
            <a:lvl1pPr>
              <a:defRPr/>
            </a:lvl1pPr>
          </a:lstStyle>
          <a:p>
            <a:pPr rtl="0"/>
            <a:r>
              <a:rPr lang="fr"/>
              <a:t> </a:t>
            </a:r>
          </a:p>
        </p:txBody>
      </p:sp>
      <p:sp>
        <p:nvSpPr>
          <p:cNvPr id="5" name="Espace réservé du pied de page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rtlCol="0" anchor="t"/>
          <a:lstStyle>
            <a:lvl1pPr>
              <a:defRPr sz="1400"/>
            </a:lvl1pPr>
          </a:lstStyle>
          <a:p>
            <a:pPr rtl="0"/>
            <a:r>
              <a:rPr lang="fr"/>
              <a:t>Exemple de texte de pied de page</a:t>
            </a:r>
          </a:p>
        </p:txBody>
      </p:sp>
      <p:sp>
        <p:nvSpPr>
          <p:cNvPr id="8" name="Espace réservé du numéro de diapositive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rtlCol="0"/>
          <a:lstStyle/>
          <a:p>
            <a:pPr rtl="0"/>
            <a:fld id="{CC057153-B650-4DEB-B370-79DDCFDCE934}" type="slidenum">
              <a:rPr lang="en-US" smtClean="0"/>
              <a:pPr rtl="0"/>
              <a:t>‹#›</a:t>
            </a:fld>
            <a:endParaRPr lang="en-US"/>
          </a:p>
        </p:txBody>
      </p:sp>
      <p:pic>
        <p:nvPicPr>
          <p:cNvPr id="7" name="Graphisme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r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rtlCol="0" anchor="b"/>
          <a:lstStyle/>
          <a:p>
            <a:pPr rtl="0"/>
            <a:r>
              <a:rPr lang="fr"/>
              <a:t>Modifiez le style du titre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avec image 5">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rtlCol="0"/>
          <a:lstStyle>
            <a:lvl1pPr>
              <a:defRPr/>
            </a:lvl1pPr>
          </a:lstStyle>
          <a:p>
            <a:pPr rtl="0"/>
            <a:r>
              <a:rPr lang="fr"/>
              <a:t> </a:t>
            </a:r>
          </a:p>
        </p:txBody>
      </p:sp>
      <p:sp>
        <p:nvSpPr>
          <p:cNvPr id="4" name="Titr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rtlCol="0"/>
          <a:lstStyle/>
          <a:p>
            <a:pPr rtl="0"/>
            <a:r>
              <a:rPr lang="fr"/>
              <a:t>Modifiez le style du titre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rtl="0"/>
            <a:r>
              <a:rPr lang="fr"/>
              <a:t>Modifiez le style des sous-titres du masque</a:t>
            </a:r>
          </a:p>
        </p:txBody>
      </p:sp>
      <p:pic>
        <p:nvPicPr>
          <p:cNvPr id="4" name="Graphisme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Espace réservé du pied de page 5">
            <a:extLst>
              <a:ext uri="{FF2B5EF4-FFF2-40B4-BE49-F238E27FC236}">
                <a16:creationId xmlns:a16="http://schemas.microsoft.com/office/drawing/2014/main" id="{0A449A66-B9FA-B1A3-04A3-A26F172F2F2B}"/>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1B475A5-95F7-BE62-7ACD-C8EB9F445B79}"/>
              </a:ext>
            </a:extLst>
          </p:cNvPr>
          <p:cNvSpPr>
            <a:spLocks noGrp="1"/>
          </p:cNvSpPr>
          <p:nvPr>
            <p:ph type="dt" sz="half" idx="10"/>
          </p:nvPr>
        </p:nvSpPr>
        <p:spPr/>
        <p:txBody>
          <a:bodyPr rtlCol="0"/>
          <a:lstStyle/>
          <a:p>
            <a:pPr rtl="0"/>
            <a:endParaRPr lang="en-US"/>
          </a:p>
        </p:txBody>
      </p:sp>
      <p:sp>
        <p:nvSpPr>
          <p:cNvPr id="7" name="Espace réservé du numéro de diapositive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rtlCol="0"/>
          <a:lstStyle/>
          <a:p>
            <a:pPr rtl="0"/>
            <a:fld id="{CC057153-B650-4DEB-B370-79DDCFDCE934}" type="slidenum">
              <a:rPr lang="en-US" smtClean="0"/>
              <a:pPr rtl="0"/>
              <a:t>‹#›</a:t>
            </a:fld>
            <a:endParaRPr lang="en-US"/>
          </a:p>
        </p:txBody>
      </p:sp>
      <p:sp>
        <p:nvSpPr>
          <p:cNvPr id="8" name="Titr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rtlCol="0"/>
          <a:lstStyle/>
          <a:p>
            <a:pPr rtl="0"/>
            <a:r>
              <a:rPr lang="fr"/>
              <a:t>Modifiez le style du titre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2">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rtl="0"/>
            <a:r>
              <a:rPr lang="fr"/>
              <a:t>Modifiez le style des sous-titres du masque</a:t>
            </a:r>
          </a:p>
        </p:txBody>
      </p:sp>
      <p:pic>
        <p:nvPicPr>
          <p:cNvPr id="7" name="Graphisme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Espace réservé du pied de page 4">
            <a:extLst>
              <a:ext uri="{FF2B5EF4-FFF2-40B4-BE49-F238E27FC236}">
                <a16:creationId xmlns:a16="http://schemas.microsoft.com/office/drawing/2014/main" id="{AA3F14EE-EFB3-D2DC-CEAA-621D66627158}"/>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7D33E0DC-DE5C-286F-36BD-6985F4A6C3DB}"/>
              </a:ext>
            </a:extLst>
          </p:cNvPr>
          <p:cNvSpPr>
            <a:spLocks noGrp="1"/>
          </p:cNvSpPr>
          <p:nvPr>
            <p:ph type="dt" sz="half" idx="10"/>
          </p:nvPr>
        </p:nvSpPr>
        <p:spPr/>
        <p:txBody>
          <a:bodyPr rtlCol="0"/>
          <a:lstStyle/>
          <a:p>
            <a:pPr rtl="0"/>
            <a:endParaRPr lang="en-US"/>
          </a:p>
        </p:txBody>
      </p:sp>
      <p:sp>
        <p:nvSpPr>
          <p:cNvPr id="10" name="Espace réservé du numéro de diapositive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rtlCol="0"/>
          <a:lstStyle/>
          <a:p>
            <a:pPr rtl="0"/>
            <a:fld id="{CC057153-B650-4DEB-B370-79DDCFDCE934}" type="slidenum">
              <a:rPr lang="en-US" smtClean="0"/>
              <a:pPr rtl="0"/>
              <a:t>‹#›</a:t>
            </a:fld>
            <a:endParaRPr lang="en-US"/>
          </a:p>
        </p:txBody>
      </p:sp>
      <p:sp>
        <p:nvSpPr>
          <p:cNvPr id="6" name="Titr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rtlCol="0" anchor="b"/>
          <a:lstStyle/>
          <a:p>
            <a:pPr rtl="0"/>
            <a:r>
              <a:rPr lang="fr"/>
              <a:t>Modifiez le style du titre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3">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rtl="0"/>
            <a:r>
              <a:rPr lang="fr"/>
              <a:t>Modifiez le style des sous-titres du masque</a:t>
            </a:r>
          </a:p>
        </p:txBody>
      </p:sp>
      <p:sp>
        <p:nvSpPr>
          <p:cNvPr id="10" name="Ovale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Titr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rtlCol="0"/>
          <a:lstStyle/>
          <a:p>
            <a:pPr rtl="0"/>
            <a:r>
              <a:rPr lang="fr"/>
              <a:t>Modifiez le style du titre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tête de section">
    <p:bg>
      <p:bgRef idx="1001">
        <a:schemeClr val="bg1"/>
      </p:bgRef>
    </p:bg>
    <p:spTree>
      <p:nvGrpSpPr>
        <p:cNvPr id="1" name=""/>
        <p:cNvGrpSpPr/>
        <p:nvPr/>
      </p:nvGrpSpPr>
      <p:grpSpPr>
        <a:xfrm>
          <a:off x="0" y="0"/>
          <a:ext cx="0" cy="0"/>
          <a:chOff x="0" y="0"/>
          <a:chExt cx="0" cy="0"/>
        </a:xfrm>
      </p:grpSpPr>
      <p:pic>
        <p:nvPicPr>
          <p:cNvPr id="7" name="Graphisme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r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rtlCol="0" anchor="b"/>
          <a:lstStyle/>
          <a:p>
            <a:pPr rtl="0"/>
            <a:r>
              <a:rPr lang="fr"/>
              <a:t>Modifiez le style du titre</a:t>
            </a:r>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tête de section 2">
    <p:bg>
      <p:bgRef idx="1001">
        <a:schemeClr val="bg1"/>
      </p:bgRef>
    </p:bg>
    <p:spTree>
      <p:nvGrpSpPr>
        <p:cNvPr id="1" name=""/>
        <p:cNvGrpSpPr/>
        <p:nvPr/>
      </p:nvGrpSpPr>
      <p:grpSpPr>
        <a:xfrm>
          <a:off x="0" y="0"/>
          <a:ext cx="0" cy="0"/>
          <a:chOff x="0" y="0"/>
          <a:chExt cx="0" cy="0"/>
        </a:xfrm>
      </p:grpSpPr>
      <p:sp>
        <p:nvSpPr>
          <p:cNvPr id="4" name="Ovale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Titr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rtlCol="0"/>
          <a:lstStyle/>
          <a:p>
            <a:pPr rtl="0"/>
            <a:r>
              <a:rPr lang="fr"/>
              <a:t>Modifiez le style du titre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tête de section 3">
    <p:bg>
      <p:bgRef idx="1001">
        <a:schemeClr val="bg1"/>
      </p:bgRef>
    </p:bg>
    <p:spTree>
      <p:nvGrpSpPr>
        <p:cNvPr id="1" name=""/>
        <p:cNvGrpSpPr/>
        <p:nvPr/>
      </p:nvGrpSpPr>
      <p:grpSpPr>
        <a:xfrm>
          <a:off x="0" y="0"/>
          <a:ext cx="0" cy="0"/>
          <a:chOff x="0" y="0"/>
          <a:chExt cx="0" cy="0"/>
        </a:xfrm>
      </p:grpSpPr>
      <p:pic>
        <p:nvPicPr>
          <p:cNvPr id="7" name="Graphisme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r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rtlCol="0" anchor="b"/>
          <a:lstStyle/>
          <a:p>
            <a:pPr rtl="0"/>
            <a:r>
              <a:rPr lang="fr"/>
              <a:t>Modifiez le style du titre</a:t>
            </a:r>
          </a:p>
        </p:txBody>
      </p:sp>
    </p:spTree>
    <p:extLst>
      <p:ext uri="{BB962C8B-B14F-4D97-AF65-F5344CB8AC3E}">
        <p14:creationId xmlns:p14="http://schemas.microsoft.com/office/powerpoint/2010/main" val="2709833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rtlCol="0" anchor="t">
            <a:normAutofit/>
          </a:bodyPr>
          <a:lstStyle>
            <a:lvl1pPr>
              <a:defRPr sz="5600"/>
            </a:lvl1pPr>
          </a:lstStyle>
          <a:p>
            <a:pPr rtl="0"/>
            <a:r>
              <a:rPr lang="fr"/>
              <a:t>Modifiez le style du titre</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rtlCol="0">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8" name="Ovale 7">
            <a:extLst>
              <a:ext uri="{FF2B5EF4-FFF2-40B4-BE49-F238E27FC236}">
                <a16:creationId xmlns:a16="http://schemas.microsoft.com/office/drawing/2014/main"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Espace réservé du numéro de diapositive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2305436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5898630" cy="1628639"/>
          </a:xfrm>
        </p:spPr>
        <p:txBody>
          <a:bodyPr rtlCol="0" anchor="t">
            <a:normAutofit/>
          </a:bodyPr>
          <a:lstStyle>
            <a:lvl1pPr>
              <a:defRPr sz="5600"/>
            </a:lvl1pPr>
          </a:lstStyle>
          <a:p>
            <a:pPr rtl="0"/>
            <a:r>
              <a:rPr lang="fr"/>
              <a:t>Modifiez le style du titre</a:t>
            </a:r>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8818"/>
            <a:ext cx="5275973" cy="365125"/>
          </a:xfrm>
        </p:spPr>
        <p:txBody>
          <a:bodyPr rtlCol="0"/>
          <a:lstStyle/>
          <a:p>
            <a:pPr rtl="0"/>
            <a:r>
              <a:rPr lang="fr"/>
              <a:t>Exemple de texte de pied de page</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219"/>
            <a:ext cx="429207" cy="365125"/>
          </a:xfrm>
        </p:spPr>
        <p:txBody>
          <a:bodyPr rtlCol="0"/>
          <a:lstStyle/>
          <a:p>
            <a:pPr rtl="0"/>
            <a:fld id="{CC057153-B650-4DEB-B370-79DDCFDCE934}" type="slidenum">
              <a:rPr lang="en-US" smtClean="0"/>
              <a:t>‹#›</a:t>
            </a:fld>
            <a:endParaRPr lang="en-US"/>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190488" y="2577705"/>
            <a:ext cx="5895668" cy="4266084"/>
          </a:xfrm>
        </p:spPr>
        <p:txBody>
          <a:bodyPr rtlCol="0"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pic>
        <p:nvPicPr>
          <p:cNvPr id="3" name="Graphisme 2">
            <a:extLst>
              <a:ext uri="{FF2B5EF4-FFF2-40B4-BE49-F238E27FC236}">
                <a16:creationId xmlns:a16="http://schemas.microsoft.com/office/drawing/2014/main" id="{2229A90D-5A73-BC75-5D99-5E652EA0F3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rdre du jour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rtlCol="0" anchor="t">
            <a:noAutofit/>
          </a:bodyPr>
          <a:lstStyle>
            <a:lvl1pPr>
              <a:defRPr sz="5600"/>
            </a:lvl1pPr>
          </a:lstStyle>
          <a:p>
            <a:pPr rtl="0"/>
            <a:r>
              <a:rPr lang="fr"/>
              <a:t>Modifiez le style du titre</a:t>
            </a:r>
          </a:p>
        </p:txBody>
      </p:sp>
      <p:sp>
        <p:nvSpPr>
          <p:cNvPr id="8" name="Espace réservé d’image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rtlCol="0"/>
          <a:lstStyle>
            <a:lvl1pPr>
              <a:defRPr/>
            </a:lvl1pPr>
          </a:lstStyle>
          <a:p>
            <a:pPr rtl="0"/>
            <a:r>
              <a:rPr lang="fr"/>
              <a:t> </a:t>
            </a:r>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rtlCol="0"/>
          <a:lstStyle/>
          <a:p>
            <a:pPr rtl="0"/>
            <a:r>
              <a:rPr lang="fr"/>
              <a:t>Exemple de texte de pied de page</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rtlCol="0"/>
          <a:lstStyle/>
          <a:p>
            <a:pPr rtl="0"/>
            <a:fld id="{CC057153-B650-4DEB-B370-79DDCFDCE934}" type="slidenum">
              <a:rPr lang="en-US" smtClean="0"/>
              <a:t>‹#›</a:t>
            </a:fld>
            <a:endParaRPr lang="en-US"/>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rtlCol="0"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3192882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Ordre du jour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7534384" cy="3513095"/>
          </a:xfrm>
        </p:spPr>
        <p:txBody>
          <a:bodyPr rtlCol="0" anchor="t" anchorCtr="0">
            <a:noAutofit/>
          </a:bodyPr>
          <a:lstStyle>
            <a:lvl1pPr>
              <a:defRPr sz="5600"/>
            </a:lvl1pPr>
          </a:lstStyle>
          <a:p>
            <a:pPr rtl="0"/>
            <a:r>
              <a:rPr lang="fr"/>
              <a:t>Modifiez le style du titre</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3476116" y="4017192"/>
            <a:ext cx="4063655" cy="2814212"/>
          </a:xfrm>
        </p:spPr>
        <p:txBody>
          <a:bodyPr rtlCol="0"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u pied de page 3">
            <a:extLst>
              <a:ext uri="{FF2B5EF4-FFF2-40B4-BE49-F238E27FC236}">
                <a16:creationId xmlns:a16="http://schemas.microsoft.com/office/drawing/2014/main" id="{0E7C9240-617B-1770-A044-328C31CB6A15}"/>
              </a:ext>
            </a:extLst>
          </p:cNvPr>
          <p:cNvSpPr>
            <a:spLocks noGrp="1"/>
          </p:cNvSpPr>
          <p:nvPr>
            <p:ph type="ftr" sz="quarter" idx="11"/>
          </p:nvPr>
        </p:nvSpPr>
        <p:spPr>
          <a:xfrm>
            <a:off x="7704945" y="118818"/>
            <a:ext cx="3779918" cy="365125"/>
          </a:xfrm>
        </p:spPr>
        <p:txBody>
          <a:bodyPr rtlCol="0"/>
          <a:lstStyle/>
          <a:p>
            <a:pPr rtl="0"/>
            <a:r>
              <a:rPr lang="fr"/>
              <a:t>Exemple de texte de pied de page</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rtlCol="0"/>
          <a:lstStyle/>
          <a:p>
            <a:pPr rtl="0"/>
            <a:fld id="{CC057153-B650-4DEB-B370-79DDCFDCE934}" type="slidenum">
              <a:rPr lang="en-US" smtClean="0"/>
              <a:t>‹#›</a:t>
            </a:fld>
            <a:endParaRPr lang="en-US"/>
          </a:p>
        </p:txBody>
      </p:sp>
      <p:sp>
        <p:nvSpPr>
          <p:cNvPr id="11" name="Espace réservé d’image 10">
            <a:extLst>
              <a:ext uri="{FF2B5EF4-FFF2-40B4-BE49-F238E27FC236}">
                <a16:creationId xmlns:a16="http://schemas.microsoft.com/office/drawing/2014/main"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rtlCol="0"/>
          <a:lstStyle>
            <a:lvl1pPr>
              <a:defRPr lang="en-US" dirty="0"/>
            </a:lvl1pPr>
          </a:lstStyle>
          <a:p>
            <a:pPr rtl="0"/>
            <a:r>
              <a:rPr lang="fr"/>
              <a:t> </a:t>
            </a:r>
          </a:p>
        </p:txBody>
      </p:sp>
      <p:pic>
        <p:nvPicPr>
          <p:cNvPr id="6" name="Graphisme 5">
            <a:extLst>
              <a:ext uri="{FF2B5EF4-FFF2-40B4-BE49-F238E27FC236}">
                <a16:creationId xmlns:a16="http://schemas.microsoft.com/office/drawing/2014/main" id="{1556323E-CFBE-3917-9F8D-C2431E41FB0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8288" y="82296"/>
            <a:ext cx="4390515" cy="2418146"/>
          </a:xfrm>
        </p:spPr>
        <p:txBody>
          <a:bodyPr rtlCol="0">
            <a:normAutofit/>
          </a:bodyPr>
          <a:lstStyle>
            <a:lvl1pPr>
              <a:defRPr sz="5600"/>
            </a:lvl1pPr>
          </a:lstStyle>
          <a:p>
            <a:pPr rtl="0"/>
            <a:r>
              <a:rPr lang="fr"/>
              <a:t>Modifiez le style du titre</a:t>
            </a:r>
          </a:p>
        </p:txBody>
      </p:sp>
      <p:sp>
        <p:nvSpPr>
          <p:cNvPr id="8" name="Espace réservé du contenu 7">
            <a:extLst>
              <a:ext uri="{FF2B5EF4-FFF2-40B4-BE49-F238E27FC236}">
                <a16:creationId xmlns:a16="http://schemas.microsoft.com/office/drawing/2014/main" id="{7D633F00-464B-3088-812A-40496FD1021A}"/>
              </a:ext>
            </a:extLst>
          </p:cNvPr>
          <p:cNvSpPr>
            <a:spLocks noGrp="1"/>
          </p:cNvSpPr>
          <p:nvPr>
            <p:ph sz="quarter" idx="13"/>
          </p:nvPr>
        </p:nvSpPr>
        <p:spPr>
          <a:xfrm>
            <a:off x="0" y="4373735"/>
            <a:ext cx="4389120" cy="2459736"/>
          </a:xfrm>
        </p:spPr>
        <p:txBody>
          <a:bodyPr rtlCol="0"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7" name="Espace réservé du pied de page 6">
            <a:extLst>
              <a:ext uri="{FF2B5EF4-FFF2-40B4-BE49-F238E27FC236}">
                <a16:creationId xmlns:a16="http://schemas.microsoft.com/office/drawing/2014/main" id="{EB560304-B220-9740-0823-17F13E1DFD7F}"/>
              </a:ext>
            </a:extLst>
          </p:cNvPr>
          <p:cNvSpPr>
            <a:spLocks noGrp="1"/>
          </p:cNvSpPr>
          <p:nvPr>
            <p:ph type="ftr" sz="quarter" idx="15"/>
          </p:nvPr>
        </p:nvSpPr>
        <p:spPr>
          <a:xfrm>
            <a:off x="6190488" y="110364"/>
            <a:ext cx="5358238" cy="365125"/>
          </a:xfrm>
        </p:spPr>
        <p:txBody>
          <a:bodyPr rtlCol="0"/>
          <a:lstStyle/>
          <a:p>
            <a:pPr rtl="0"/>
            <a:r>
              <a:rPr lang="fr"/>
              <a:t>Exemple de texte de pied de page</a:t>
            </a:r>
          </a:p>
        </p:txBody>
      </p:sp>
      <p:sp>
        <p:nvSpPr>
          <p:cNvPr id="9" name="Espace réservé du numéro de diapositive 8">
            <a:extLst>
              <a:ext uri="{FF2B5EF4-FFF2-40B4-BE49-F238E27FC236}">
                <a16:creationId xmlns:a16="http://schemas.microsoft.com/office/drawing/2014/main" id="{A6D8939A-F7AC-2C38-E1F0-99EA290DC600}"/>
              </a:ext>
            </a:extLst>
          </p:cNvPr>
          <p:cNvSpPr>
            <a:spLocks noGrp="1"/>
          </p:cNvSpPr>
          <p:nvPr>
            <p:ph type="sldNum" sz="quarter" idx="16"/>
          </p:nvPr>
        </p:nvSpPr>
        <p:spPr>
          <a:xfrm>
            <a:off x="11762793" y="110364"/>
            <a:ext cx="429207" cy="365125"/>
          </a:xfrm>
        </p:spPr>
        <p:txBody>
          <a:bodyPr rtlCol="0"/>
          <a:lstStyle/>
          <a:p>
            <a:pPr rtl="0"/>
            <a:fld id="{CC057153-B650-4DEB-B370-79DDCFDCE934}" type="slidenum">
              <a:rPr lang="en-US" smtClean="0"/>
              <a:pPr rtl="0"/>
              <a:t>‹#›</a:t>
            </a:fld>
            <a:endParaRPr lang="en-US"/>
          </a:p>
        </p:txBody>
      </p:sp>
      <p:sp>
        <p:nvSpPr>
          <p:cNvPr id="3" name="Espace réservé de la date 2">
            <a:extLst>
              <a:ext uri="{FF2B5EF4-FFF2-40B4-BE49-F238E27FC236}">
                <a16:creationId xmlns:a16="http://schemas.microsoft.com/office/drawing/2014/main" id="{7EB9051D-F4ED-4EE6-2F1F-2E67035938D8}"/>
              </a:ext>
            </a:extLst>
          </p:cNvPr>
          <p:cNvSpPr>
            <a:spLocks noGrp="1"/>
          </p:cNvSpPr>
          <p:nvPr>
            <p:ph type="dt" sz="half" idx="14"/>
          </p:nvPr>
        </p:nvSpPr>
        <p:spPr>
          <a:xfrm>
            <a:off x="6190488" y="6468346"/>
            <a:ext cx="2899852" cy="365125"/>
          </a:xfrm>
        </p:spPr>
        <p:txBody>
          <a:bodyPr rtlCol="0" anchor="b"/>
          <a:lstStyle/>
          <a:p>
            <a:pPr rtl="0"/>
            <a:endParaRPr lang="en-US"/>
          </a:p>
        </p:txBody>
      </p:sp>
      <p:sp>
        <p:nvSpPr>
          <p:cNvPr id="4" name="Ovale 3">
            <a:extLst>
              <a:ext uri="{FF2B5EF4-FFF2-40B4-BE49-F238E27FC236}">
                <a16:creationId xmlns:a16="http://schemas.microsoft.com/office/drawing/2014/main"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72904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9645" y="987552"/>
            <a:ext cx="5366480" cy="4044508"/>
          </a:xfrm>
        </p:spPr>
        <p:txBody>
          <a:bodyPr rtlCol="0">
            <a:normAutofit/>
          </a:bodyPr>
          <a:lstStyle>
            <a:lvl1pPr>
              <a:defRPr sz="5600"/>
            </a:lvl1pPr>
          </a:lstStyle>
          <a:p>
            <a:pPr rtl="0"/>
            <a:r>
              <a:rPr lang="fr"/>
              <a:t>Modifiez le style du titre</a:t>
            </a:r>
          </a:p>
        </p:txBody>
      </p:sp>
      <p:sp>
        <p:nvSpPr>
          <p:cNvPr id="4" name="Espace réservé du pied de page 4">
            <a:extLst>
              <a:ext uri="{FF2B5EF4-FFF2-40B4-BE49-F238E27FC236}">
                <a16:creationId xmlns:a16="http://schemas.microsoft.com/office/drawing/2014/main" id="{4F0A24D4-6DA5-79FF-03B8-B42156C29A10}"/>
              </a:ext>
            </a:extLst>
          </p:cNvPr>
          <p:cNvSpPr>
            <a:spLocks noGrp="1"/>
          </p:cNvSpPr>
          <p:nvPr>
            <p:ph type="ftr" sz="quarter" idx="11"/>
          </p:nvPr>
        </p:nvSpPr>
        <p:spPr>
          <a:xfrm>
            <a:off x="532150" y="100701"/>
            <a:ext cx="5366480" cy="365125"/>
          </a:xfrm>
        </p:spPr>
        <p:txBody>
          <a:bodyPr rtlCol="0"/>
          <a:lstStyle/>
          <a:p>
            <a:pPr rtl="0"/>
            <a:r>
              <a:rPr lang="fr"/>
              <a:t>Exemple de texte de pied de page</a:t>
            </a:r>
          </a:p>
        </p:txBody>
      </p:sp>
      <p:sp>
        <p:nvSpPr>
          <p:cNvPr id="3" name="Espace réservé de la date 3">
            <a:extLst>
              <a:ext uri="{FF2B5EF4-FFF2-40B4-BE49-F238E27FC236}">
                <a16:creationId xmlns:a16="http://schemas.microsoft.com/office/drawing/2014/main" id="{95496777-32C7-B10A-B939-8EEC9C873F21}"/>
              </a:ext>
            </a:extLst>
          </p:cNvPr>
          <p:cNvSpPr>
            <a:spLocks noGrp="1"/>
          </p:cNvSpPr>
          <p:nvPr>
            <p:ph type="dt" sz="half" idx="10"/>
          </p:nvPr>
        </p:nvSpPr>
        <p:spPr>
          <a:xfrm>
            <a:off x="6190488" y="100701"/>
            <a:ext cx="2940449" cy="365125"/>
          </a:xfrm>
        </p:spPr>
        <p:txBody>
          <a:bodyPr rtlCol="0"/>
          <a:lstStyle/>
          <a:p>
            <a:pPr rtl="0"/>
            <a:endParaRPr lang="en-US"/>
          </a:p>
        </p:txBody>
      </p:sp>
      <p:sp>
        <p:nvSpPr>
          <p:cNvPr id="6" name="Espace réservé du numéro de diapositive 5">
            <a:extLst>
              <a:ext uri="{FF2B5EF4-FFF2-40B4-BE49-F238E27FC236}">
                <a16:creationId xmlns:a16="http://schemas.microsoft.com/office/drawing/2014/main" id="{D33C2CAA-FD7B-3168-42A9-81A6AA4BC761}"/>
              </a:ext>
            </a:extLst>
          </p:cNvPr>
          <p:cNvSpPr>
            <a:spLocks noGrp="1"/>
          </p:cNvSpPr>
          <p:nvPr>
            <p:ph type="sldNum" sz="quarter" idx="12"/>
          </p:nvPr>
        </p:nvSpPr>
        <p:spPr>
          <a:xfrm>
            <a:off x="11105731" y="100701"/>
            <a:ext cx="429207" cy="365125"/>
          </a:xfrm>
        </p:spPr>
        <p:txBody>
          <a:bodyPr rtlCol="0"/>
          <a:lstStyle/>
          <a:p>
            <a:pPr rtl="0"/>
            <a:fld id="{CC057153-B650-4DEB-B370-79DDCFDCE934}" type="slidenum">
              <a:rPr lang="en-US" smtClean="0"/>
              <a:t>‹#›</a:t>
            </a:fld>
            <a:endParaRPr lang="en-US"/>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6190488" y="969264"/>
            <a:ext cx="5340096" cy="404164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4049580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u 4">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rtlCol="0">
            <a:normAutofit/>
          </a:bodyPr>
          <a:lstStyle>
            <a:lvl1pPr>
              <a:defRPr sz="5600"/>
            </a:lvl1pPr>
          </a:lstStyle>
          <a:p>
            <a:pPr rtl="0"/>
            <a:r>
              <a:rPr lang="fr"/>
              <a:t>Modifiez le style du titre</a:t>
            </a:r>
          </a:p>
        </p:txBody>
      </p:sp>
      <p:sp>
        <p:nvSpPr>
          <p:cNvPr id="3" name="Espace réservé du pied de page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rtlCol="0"/>
          <a:lstStyle/>
          <a:p>
            <a:pPr rtl="0"/>
            <a:r>
              <a:rPr lang="fr"/>
              <a:t>Exemple de texte de pied de page</a:t>
            </a:r>
          </a:p>
        </p:txBody>
      </p:sp>
      <p:sp>
        <p:nvSpPr>
          <p:cNvPr id="2" name="Espace réservé de la date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rtlCol="0"/>
          <a:lstStyle/>
          <a:p>
            <a:pPr rtl="0"/>
            <a:endParaRPr lang="en-US"/>
          </a:p>
        </p:txBody>
      </p:sp>
      <p:sp>
        <p:nvSpPr>
          <p:cNvPr id="9" name="Espace réservé du numéro de diapositive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rtlCol="0"/>
          <a:lstStyle/>
          <a:p>
            <a:pPr rtl="0"/>
            <a:fld id="{CC057153-B650-4DEB-B370-79DDCFDCE934}" type="slidenum">
              <a:rPr lang="en-US" smtClean="0"/>
              <a:t>‹#›</a:t>
            </a:fld>
            <a:endParaRPr lang="en-US"/>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6833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u 5">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rtlCol="0">
            <a:normAutofit/>
          </a:bodyPr>
          <a:lstStyle>
            <a:lvl1pPr>
              <a:defRPr sz="5600"/>
            </a:lvl1pPr>
          </a:lstStyle>
          <a:p>
            <a:pPr rtl="0"/>
            <a:r>
              <a:rPr lang="fr"/>
              <a:t>Modifiez le style du titre</a:t>
            </a:r>
          </a:p>
        </p:txBody>
      </p:sp>
      <p:sp>
        <p:nvSpPr>
          <p:cNvPr id="5" name="Espace réservé du pied de page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rtlCol="0"/>
          <a:lstStyle/>
          <a:p>
            <a:pPr rtl="0"/>
            <a:r>
              <a:rPr lang="fr"/>
              <a:t>Exemple de texte de pied de page</a:t>
            </a:r>
          </a:p>
        </p:txBody>
      </p:sp>
      <p:sp>
        <p:nvSpPr>
          <p:cNvPr id="2" name="Espace réservé de la date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rtlCol="0"/>
          <a:lstStyle/>
          <a:p>
            <a:pPr rtl="0"/>
            <a:endParaRPr lang="en-US"/>
          </a:p>
        </p:txBody>
      </p:sp>
      <p:sp>
        <p:nvSpPr>
          <p:cNvPr id="9" name="Espace réservé du numéro de diapositive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rtlCol="0"/>
          <a:lstStyle/>
          <a:p>
            <a:pPr rtl="0"/>
            <a:fld id="{CC057153-B650-4DEB-B370-79DDCFDCE934}" type="slidenum">
              <a:rPr lang="en-US" smtClean="0"/>
              <a:t>‹#›</a:t>
            </a:fld>
            <a:endParaRPr lang="en-US"/>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094727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u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rtlCol="0">
            <a:normAutofit/>
          </a:bodyPr>
          <a:lstStyle>
            <a:lvl1pPr>
              <a:defRPr sz="5600"/>
            </a:lvl1pPr>
          </a:lstStyle>
          <a:p>
            <a:pPr rtl="0"/>
            <a:r>
              <a:rPr lang="fr"/>
              <a:t>Modifiez le style du titre</a:t>
            </a:r>
          </a:p>
        </p:txBody>
      </p:sp>
      <p:sp>
        <p:nvSpPr>
          <p:cNvPr id="5" name="Espace réservé du pied de page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rtlCol="0"/>
          <a:lstStyle/>
          <a:p>
            <a:pPr rtl="0"/>
            <a:endParaRPr lang="en-US"/>
          </a:p>
        </p:txBody>
      </p:sp>
      <p:sp>
        <p:nvSpPr>
          <p:cNvPr id="9" name="Espace réservé du numéro de diapositive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rtlCol="0"/>
          <a:lstStyle/>
          <a:p>
            <a:pPr rtl="0"/>
            <a:fld id="{CC057153-B650-4DEB-B370-79DDCFDCE934}" type="slidenum">
              <a:rPr lang="en-US" smtClean="0"/>
              <a:t>‹#›</a:t>
            </a:fld>
            <a:endParaRPr lang="en-US"/>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112270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u avec image">
    <p:spTree>
      <p:nvGrpSpPr>
        <p:cNvPr id="1" name=""/>
        <p:cNvGrpSpPr/>
        <p:nvPr/>
      </p:nvGrpSpPr>
      <p:grpSpPr>
        <a:xfrm>
          <a:off x="0" y="0"/>
          <a:ext cx="0" cy="0"/>
          <a:chOff x="0" y="0"/>
          <a:chExt cx="0" cy="0"/>
        </a:xfrm>
      </p:grpSpPr>
      <p:sp>
        <p:nvSpPr>
          <p:cNvPr id="12" name="Titr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rtlCol="0" anchor="t"/>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rtlCol="0"/>
          <a:lstStyle>
            <a:lvl1pPr>
              <a:defRPr lang="en-US" dirty="0"/>
            </a:lvl1pPr>
          </a:lstStyle>
          <a:p>
            <a:pPr rtl="0"/>
            <a:r>
              <a:rPr lang="fr"/>
              <a:t> </a:t>
            </a:r>
          </a:p>
        </p:txBody>
      </p:sp>
      <p:sp>
        <p:nvSpPr>
          <p:cNvPr id="7" name="Espace réservé du contenu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rtlCol="0"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9" name="Espace réservé du pied de page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rtlCol="0" anchor="b"/>
          <a:lstStyle/>
          <a:p>
            <a:pPr rtl="0"/>
            <a:r>
              <a:rPr lang="fr"/>
              <a:t>Exemple de texte de pied de page</a:t>
            </a:r>
          </a:p>
        </p:txBody>
      </p:sp>
      <p:sp>
        <p:nvSpPr>
          <p:cNvPr id="10" name="Espace réservé du numéro de diapositiv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397651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Image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rtlCol="0" anchor="t"/>
          <a:lstStyle/>
          <a:p>
            <a:pPr rtl="0"/>
            <a:r>
              <a:rPr lang="fr"/>
              <a:t>Modifiez le style du titre</a:t>
            </a:r>
          </a:p>
        </p:txBody>
      </p:sp>
      <p:sp>
        <p:nvSpPr>
          <p:cNvPr id="5" name="Espace réservé du contenu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rtlCol="0"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rtlCol="0"/>
          <a:lstStyle>
            <a:lvl1pPr>
              <a:defRPr lang="en-US" dirty="0"/>
            </a:lvl1pPr>
          </a:lstStyle>
          <a:p>
            <a:pPr rtl="0"/>
            <a:r>
              <a:rPr lang="fr"/>
              <a:t> </a:t>
            </a:r>
          </a:p>
        </p:txBody>
      </p:sp>
      <p:sp>
        <p:nvSpPr>
          <p:cNvPr id="7" name="Espace réservé du pied de page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rtlCol="0" anchor="b"/>
          <a:lstStyle/>
          <a:p>
            <a:pPr rtl="0"/>
            <a:r>
              <a:rPr lang="fr"/>
              <a:t>Exemple de texte de pied de page</a:t>
            </a:r>
          </a:p>
        </p:txBody>
      </p:sp>
      <p:sp>
        <p:nvSpPr>
          <p:cNvPr id="14" name="Espace réservé de la date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rtlCol="0" anchor="b"/>
          <a:lstStyle/>
          <a:p>
            <a:pPr rtl="0"/>
            <a:endParaRPr lang="en-US"/>
          </a:p>
        </p:txBody>
      </p:sp>
      <p:sp>
        <p:nvSpPr>
          <p:cNvPr id="13" name="Espace réservé du numéro de diapositive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1182458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avec image 3">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rtlCol="0" anchor="t"/>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rtlCol="0"/>
          <a:lstStyle>
            <a:lvl1pPr>
              <a:defRPr/>
            </a:lvl1pPr>
          </a:lstStyle>
          <a:p>
            <a:pPr rtl="0"/>
            <a:r>
              <a:rPr lang="fr"/>
              <a:t> </a:t>
            </a:r>
          </a:p>
        </p:txBody>
      </p:sp>
      <p:sp>
        <p:nvSpPr>
          <p:cNvPr id="6" name="Espace réservé du contenu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rtlCol="0"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0" name="Espace réservé du pied de page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rtlCol="0" anchor="b"/>
          <a:lstStyle/>
          <a:p>
            <a:pPr rtl="0"/>
            <a:r>
              <a:rPr lang="fr"/>
              <a:t>Exemple de texte de pied de page</a:t>
            </a:r>
          </a:p>
        </p:txBody>
      </p:sp>
      <p:sp>
        <p:nvSpPr>
          <p:cNvPr id="13" name="Espace réservé de la date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rtlCol="0" anchor="b"/>
          <a:lstStyle/>
          <a:p>
            <a:pPr rtl="0"/>
            <a:endParaRPr lang="en-US"/>
          </a:p>
        </p:txBody>
      </p:sp>
      <p:sp>
        <p:nvSpPr>
          <p:cNvPr id="12" name="Espace réservé du numéro de diapositive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3268374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avec Image 4">
    <p:spTree>
      <p:nvGrpSpPr>
        <p:cNvPr id="1" name=""/>
        <p:cNvGrpSpPr/>
        <p:nvPr/>
      </p:nvGrpSpPr>
      <p:grpSpPr>
        <a:xfrm>
          <a:off x="0" y="0"/>
          <a:ext cx="0" cy="0"/>
          <a:chOff x="0" y="0"/>
          <a:chExt cx="0" cy="0"/>
        </a:xfrm>
      </p:grpSpPr>
      <p:sp>
        <p:nvSpPr>
          <p:cNvPr id="4" name="Titr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rtlCol="0"/>
          <a:lstStyle/>
          <a:p>
            <a:pPr rtl="0"/>
            <a:r>
              <a:rPr lang="fr"/>
              <a:t>Modifiez le style du titre</a:t>
            </a:r>
          </a:p>
        </p:txBody>
      </p:sp>
      <p:sp>
        <p:nvSpPr>
          <p:cNvPr id="9" name="Espace réservé du contenu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rtlCol="0"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rtlCol="0"/>
          <a:lstStyle>
            <a:lvl1pPr>
              <a:defRPr/>
            </a:lvl1pPr>
          </a:lstStyle>
          <a:p>
            <a:pPr rtl="0"/>
            <a:r>
              <a:rPr lang="fr"/>
              <a:t> </a:t>
            </a:r>
          </a:p>
        </p:txBody>
      </p:sp>
      <p:sp>
        <p:nvSpPr>
          <p:cNvPr id="5" name="Espace réservé du pied de page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rtlCol="0"/>
          <a:lstStyle/>
          <a:p>
            <a:pPr rtl="0"/>
            <a:r>
              <a:rPr lang="fr"/>
              <a:t>Exemple de texte de pied de page</a:t>
            </a:r>
          </a:p>
        </p:txBody>
      </p:sp>
      <p:sp>
        <p:nvSpPr>
          <p:cNvPr id="8" name="Espace réservé de la date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rtlCol="0"/>
          <a:lstStyle/>
          <a:p>
            <a:pPr rtl="0"/>
            <a:endParaRPr lang="en-US"/>
          </a:p>
        </p:txBody>
      </p:sp>
      <p:sp>
        <p:nvSpPr>
          <p:cNvPr id="6" name="Espace réservé du numéro de diapositive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4063264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u avec Image 5">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rtlCol="0" anchor="t" anchorCtr="0"/>
          <a:lstStyle/>
          <a:p>
            <a:pPr rtl="0"/>
            <a:r>
              <a:rPr lang="fr"/>
              <a:t>Modifiez le style du titre</a:t>
            </a:r>
          </a:p>
        </p:txBody>
      </p:sp>
      <p:sp>
        <p:nvSpPr>
          <p:cNvPr id="4" name="Espace réservé d’image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rtlCol="0"/>
          <a:lstStyle>
            <a:lvl1pPr>
              <a:defRPr/>
            </a:lvl1pPr>
          </a:lstStyle>
          <a:p>
            <a:pPr rtl="0"/>
            <a:r>
              <a:rPr lang="fr"/>
              <a:t> </a:t>
            </a:r>
          </a:p>
        </p:txBody>
      </p:sp>
      <p:sp>
        <p:nvSpPr>
          <p:cNvPr id="5" name="Espace réservé du contenu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rtlCol="0"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Espace réservé du pied de page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rtlCol="0" anchor="b"/>
          <a:lstStyle/>
          <a:p>
            <a:pPr rtl="0"/>
            <a:r>
              <a:rPr lang="fr"/>
              <a:t>Exemple de texte de pied de page</a:t>
            </a:r>
          </a:p>
        </p:txBody>
      </p:sp>
      <p:sp>
        <p:nvSpPr>
          <p:cNvPr id="3" name="Espace réservé du numéro de diapositive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182486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u avec Image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rtlCol="0" anchor="t" anchorCtr="0"/>
          <a:lstStyle/>
          <a:p>
            <a:pPr rtl="0"/>
            <a:r>
              <a:rPr lang="fr"/>
              <a:t>Modifiez le style du titre</a:t>
            </a:r>
          </a:p>
        </p:txBody>
      </p:sp>
      <p:sp>
        <p:nvSpPr>
          <p:cNvPr id="3" name="Espace réservé du contenu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rtlCol="0"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1" name="Espace réservé d’image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rtlCol="0"/>
          <a:lstStyle>
            <a:lvl1pPr>
              <a:defRPr/>
            </a:lvl1pPr>
          </a:lstStyle>
          <a:p>
            <a:pPr rtl="0"/>
            <a:r>
              <a:rPr lang="fr"/>
              <a:t> </a:t>
            </a:r>
          </a:p>
        </p:txBody>
      </p:sp>
      <p:sp>
        <p:nvSpPr>
          <p:cNvPr id="9" name="Espace réservé du pied de page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rtlCol="0" anchor="b"/>
          <a:lstStyle/>
          <a:p>
            <a:pPr rtl="0"/>
            <a:r>
              <a:rPr lang="fr"/>
              <a:t>Exemple de texte de pied de page</a:t>
            </a:r>
          </a:p>
        </p:txBody>
      </p:sp>
      <p:sp>
        <p:nvSpPr>
          <p:cNvPr id="10" name="Espace réservé du numéro de diapositive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2930579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u avec image 7">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rtlCol="0" anchor="t">
            <a:noAutofit/>
          </a:bodyPr>
          <a:lstStyle>
            <a:lvl1pPr>
              <a:defRPr sz="5600"/>
            </a:lvl1pPr>
          </a:lstStyle>
          <a:p>
            <a:pPr rtl="0"/>
            <a:r>
              <a:rPr lang="fr"/>
              <a:t>Modifiez le style du titre</a:t>
            </a:r>
          </a:p>
        </p:txBody>
      </p:sp>
      <p:sp>
        <p:nvSpPr>
          <p:cNvPr id="4" name="Espace réservé d’image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rtlCol="0"/>
          <a:lstStyle>
            <a:lvl1pPr>
              <a:defRPr/>
            </a:lvl1pPr>
          </a:lstStyle>
          <a:p>
            <a:pPr rtl="0"/>
            <a:r>
              <a:rPr lang="fr"/>
              <a:t> </a:t>
            </a:r>
          </a:p>
        </p:txBody>
      </p:sp>
      <p:sp>
        <p:nvSpPr>
          <p:cNvPr id="5" name="Espace réservé du contenu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rtlCol="0" anchor="t"/>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Espace réservé du pied de page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rtlCol="0" anchor="b"/>
          <a:lstStyle/>
          <a:p>
            <a:pPr rtl="0"/>
            <a:r>
              <a:rPr lang="fr"/>
              <a:t>Exemple de texte de pied de page</a:t>
            </a:r>
          </a:p>
        </p:txBody>
      </p:sp>
      <p:sp>
        <p:nvSpPr>
          <p:cNvPr id="6" name="Espace réservé du numéro de diapositive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2266531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u avec Image 8">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rtlCol="0" anchor="t">
            <a:noAutofit/>
          </a:bodyPr>
          <a:lstStyle>
            <a:lvl1pPr>
              <a:defRPr sz="5600"/>
            </a:lvl1pPr>
          </a:lstStyle>
          <a:p>
            <a:pPr rtl="0"/>
            <a:r>
              <a:rPr lang="fr"/>
              <a:t>Modifiez le style du titre</a:t>
            </a:r>
          </a:p>
        </p:txBody>
      </p:sp>
      <p:sp>
        <p:nvSpPr>
          <p:cNvPr id="9" name="Espace réservé du contenu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rtlCol="0" anchor="t"/>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2" name="Espace réservé d’image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rtlCol="0"/>
          <a:lstStyle>
            <a:lvl1pPr>
              <a:defRPr/>
            </a:lvl1pPr>
          </a:lstStyle>
          <a:p>
            <a:pPr rtl="0"/>
            <a:r>
              <a:rPr lang="fr"/>
              <a:t> </a:t>
            </a:r>
          </a:p>
        </p:txBody>
      </p:sp>
      <p:sp>
        <p:nvSpPr>
          <p:cNvPr id="10" name="Espace réservé du pied de page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rtlCol="0" anchor="b"/>
          <a:lstStyle/>
          <a:p>
            <a:pPr rtl="0"/>
            <a:r>
              <a:rPr lang="fr"/>
              <a:t>Exemple de texte de pied de page</a:t>
            </a:r>
          </a:p>
        </p:txBody>
      </p:sp>
      <p:sp>
        <p:nvSpPr>
          <p:cNvPr id="11" name="Espace réservé du numéro de diapositive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3724324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u avec image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rtlCol="0" anchor="t">
            <a:noAutofit/>
          </a:bodyPr>
          <a:lstStyle>
            <a:lvl1pPr>
              <a:defRPr sz="5600"/>
            </a:lvl1pPr>
          </a:lstStyle>
          <a:p>
            <a:pPr rtl="0"/>
            <a:r>
              <a:rPr lang="fr"/>
              <a:t>Modifiez le style du titre</a:t>
            </a:r>
          </a:p>
        </p:txBody>
      </p:sp>
      <p:sp>
        <p:nvSpPr>
          <p:cNvPr id="3" name="Espace réservé d’image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rtlCol="0"/>
          <a:lstStyle>
            <a:lvl1pPr>
              <a:defRPr/>
            </a:lvl1pPr>
          </a:lstStyle>
          <a:p>
            <a:pPr rtl="0"/>
            <a:r>
              <a:rPr lang="fr"/>
              <a:t> </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rtlCol="0" anchor="t"/>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rtlCol="0" anchor="b"/>
          <a:lstStyle/>
          <a:p>
            <a:pPr rtl="0"/>
            <a:r>
              <a:rPr lang="fr"/>
              <a:t>Exemple de texte de pied de page</a:t>
            </a:r>
          </a:p>
        </p:txBody>
      </p:sp>
      <p:sp>
        <p:nvSpPr>
          <p:cNvPr id="5" name="Espace réservé du numéro de diapositive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46267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u avec image 1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rtlCol="0" anchor="t">
            <a:noAutofit/>
          </a:bodyPr>
          <a:lstStyle>
            <a:lvl1pPr>
              <a:defRPr sz="5600"/>
            </a:lvl1pPr>
          </a:lstStyle>
          <a:p>
            <a:pPr rtl="0"/>
            <a:r>
              <a:rPr lang="fr"/>
              <a:t>Modifiez le style du titre</a:t>
            </a:r>
          </a:p>
        </p:txBody>
      </p:sp>
      <p:sp>
        <p:nvSpPr>
          <p:cNvPr id="3" name="Espace réservé du contenu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rtlCol="0" anchor="t"/>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image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rtlCol="0"/>
          <a:lstStyle>
            <a:lvl1pPr>
              <a:defRPr/>
            </a:lvl1pPr>
          </a:lstStyle>
          <a:p>
            <a:pPr rtl="0"/>
            <a:r>
              <a:rPr lang="fr"/>
              <a:t> </a:t>
            </a:r>
          </a:p>
        </p:txBody>
      </p:sp>
      <p:sp>
        <p:nvSpPr>
          <p:cNvPr id="4" name="Espace réservé du pied de page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rtlCol="0" anchor="b"/>
          <a:lstStyle/>
          <a:p>
            <a:pPr rtl="0"/>
            <a:r>
              <a:rPr lang="fr"/>
              <a:t>Exemple de texte de pied de page</a:t>
            </a:r>
          </a:p>
        </p:txBody>
      </p:sp>
      <p:sp>
        <p:nvSpPr>
          <p:cNvPr id="5" name="Espace réservé du numéro de diapositive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1189132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u avec image 12">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rtlCol="0" anchor="t">
            <a:noAutofit/>
          </a:bodyPr>
          <a:lstStyle>
            <a:lvl1pPr>
              <a:defRPr sz="5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rtlCol="0"/>
          <a:lstStyle>
            <a:lvl1pPr>
              <a:defRPr/>
            </a:lvl1pPr>
          </a:lstStyle>
          <a:p>
            <a:pPr rtl="0"/>
            <a:r>
              <a:rPr lang="fr"/>
              <a:t> </a:t>
            </a:r>
          </a:p>
        </p:txBody>
      </p:sp>
      <p:sp>
        <p:nvSpPr>
          <p:cNvPr id="2" name="Espace réservé du contenu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rtlCol="0" anchor="b"/>
          <a:lstStyle/>
          <a:p>
            <a:pPr rtl="0"/>
            <a:r>
              <a:rPr lang="fr"/>
              <a:t>Exemple de texte de pied de page</a:t>
            </a:r>
          </a:p>
        </p:txBody>
      </p:sp>
      <p:sp>
        <p:nvSpPr>
          <p:cNvPr id="12" name="Espace réservé de la date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rtlCol="0" anchor="b"/>
          <a:lstStyle/>
          <a:p>
            <a:pPr rtl="0"/>
            <a:endParaRPr lang="en-US"/>
          </a:p>
        </p:txBody>
      </p:sp>
      <p:sp>
        <p:nvSpPr>
          <p:cNvPr id="7" name="Espace réservé du numéro de diapositive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603830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u avec image 13">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rtlCol="0" anchor="t">
            <a:noAutofit/>
          </a:bodyPr>
          <a:lstStyle>
            <a:lvl1pPr>
              <a:defRPr sz="5600"/>
            </a:lvl1pPr>
          </a:lstStyle>
          <a:p>
            <a:pPr rtl="0"/>
            <a:r>
              <a:rPr lang="fr"/>
              <a:t>Modifiez le style du titre</a:t>
            </a:r>
          </a:p>
        </p:txBody>
      </p:sp>
      <p:sp>
        <p:nvSpPr>
          <p:cNvPr id="8" name="Espace réservé du pied de page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rtlCol="0"/>
          <a:lstStyle/>
          <a:p>
            <a:pPr rtl="0"/>
            <a:endParaRPr lang="en-US"/>
          </a:p>
        </p:txBody>
      </p:sp>
      <p:sp>
        <p:nvSpPr>
          <p:cNvPr id="10" name="Espace réservé du numéro de diapositive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rtlCol="0"/>
          <a:lstStyle/>
          <a:p>
            <a:pPr rtl="0"/>
            <a:fld id="{CC057153-B650-4DEB-B370-79DDCFDCE934}" type="slidenum">
              <a:rPr lang="en-US" smtClean="0"/>
              <a:pPr rtl="0"/>
              <a:t>‹#›</a:t>
            </a:fld>
            <a:endParaRPr lang="en-US"/>
          </a:p>
        </p:txBody>
      </p:sp>
      <p:sp>
        <p:nvSpPr>
          <p:cNvPr id="9" name="Espace réservé du contenu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rtlCol="0"/>
          <a:lstStyle>
            <a:lvl1pPr>
              <a:defRPr/>
            </a:lvl1pPr>
          </a:lstStyle>
          <a:p>
            <a:pPr rtl="0"/>
            <a:r>
              <a:rPr lang="fr"/>
              <a:t> </a:t>
            </a:r>
          </a:p>
        </p:txBody>
      </p:sp>
    </p:spTree>
    <p:extLst>
      <p:ext uri="{BB962C8B-B14F-4D97-AF65-F5344CB8AC3E}">
        <p14:creationId xmlns:p14="http://schemas.microsoft.com/office/powerpoint/2010/main" val="4149338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image 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rtlCol="0" anchor="t">
            <a:noAutofit/>
          </a:bodyPr>
          <a:lstStyle>
            <a:lvl1pPr>
              <a:defRPr sz="5600"/>
            </a:lvl1pPr>
          </a:lstStyle>
          <a:p>
            <a:pPr rtl="0"/>
            <a:r>
              <a:rPr lang="fr"/>
              <a:t>Modifiez le style du titre</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rtlCol="0"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7" name="Espace réservé d’image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rtlCol="0"/>
          <a:lstStyle/>
          <a:p>
            <a:pPr rtl="0"/>
            <a:endParaRPr lang="en-US"/>
          </a:p>
          <a:p>
            <a:pPr rtl="0"/>
            <a:endParaRPr lang="en-US"/>
          </a:p>
        </p:txBody>
      </p:sp>
      <p:sp>
        <p:nvSpPr>
          <p:cNvPr id="3" name="Espace réservé du pied de page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rtlCol="0" anchor="b"/>
          <a:lstStyle/>
          <a:p>
            <a:pPr rtl="0"/>
            <a:r>
              <a:rPr lang="fr"/>
              <a:t>Exemple de texte de pied de page</a:t>
            </a:r>
          </a:p>
        </p:txBody>
      </p:sp>
      <p:sp>
        <p:nvSpPr>
          <p:cNvPr id="10" name="Espace réservé de la date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rtlCol="0" anchor="b"/>
          <a:lstStyle/>
          <a:p>
            <a:pPr rtl="0"/>
            <a:endParaRPr lang="en-US"/>
          </a:p>
        </p:txBody>
      </p:sp>
      <p:sp>
        <p:nvSpPr>
          <p:cNvPr id="4" name="Espace réservé du numéro de diapositive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9823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u avec image 1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rtlCol="0" anchor="t">
            <a:noAutofit/>
          </a:bodyPr>
          <a:lstStyle>
            <a:lvl1pPr>
              <a:defRPr sz="5600"/>
            </a:lvl1pPr>
          </a:lstStyle>
          <a:p>
            <a:pPr rtl="0"/>
            <a:r>
              <a:rPr lang="fr"/>
              <a:t>Modifiez le style du titre</a:t>
            </a:r>
          </a:p>
        </p:txBody>
      </p:sp>
      <p:sp>
        <p:nvSpPr>
          <p:cNvPr id="10" name="Espace réservé du contenu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rtlCol="0"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rtlCol="0"/>
          <a:lstStyle/>
          <a:p>
            <a:pPr rtl="0"/>
            <a:r>
              <a:rPr lang="fr"/>
              <a:t>Exemple de texte de pied de page</a:t>
            </a:r>
          </a:p>
        </p:txBody>
      </p:sp>
      <p:sp>
        <p:nvSpPr>
          <p:cNvPr id="9" name="Espace réservé du numéro de diapositive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rtlCol="0"/>
          <a:lstStyle/>
          <a:p>
            <a:pPr rtl="0"/>
            <a:fld id="{CC057153-B650-4DEB-B370-79DDCFDCE934}" type="slidenum">
              <a:rPr lang="en-US" smtClean="0"/>
              <a:pPr rtl="0"/>
              <a:t>‹#›</a:t>
            </a:fld>
            <a:endParaRPr lang="en-US"/>
          </a:p>
        </p:txBody>
      </p:sp>
      <p:sp>
        <p:nvSpPr>
          <p:cNvPr id="12" name="Espace réservé d’image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rtlCol="0"/>
          <a:lstStyle>
            <a:lvl1pPr>
              <a:defRPr/>
            </a:lvl1pPr>
          </a:lstStyle>
          <a:p>
            <a:pPr rtl="0"/>
            <a:r>
              <a:rPr lang="fr"/>
              <a:t> </a:t>
            </a:r>
          </a:p>
        </p:txBody>
      </p:sp>
    </p:spTree>
    <p:extLst>
      <p:ext uri="{BB962C8B-B14F-4D97-AF65-F5344CB8AC3E}">
        <p14:creationId xmlns:p14="http://schemas.microsoft.com/office/powerpoint/2010/main" val="7224019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u avec image 16">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rtlCol="0" anchor="t">
            <a:noAutofit/>
          </a:bodyPr>
          <a:lstStyle>
            <a:lvl1pPr>
              <a:defRPr sz="5600"/>
            </a:lvl1pPr>
          </a:lstStyle>
          <a:p>
            <a:pPr rtl="0"/>
            <a:r>
              <a:rPr lang="fr"/>
              <a:t>Modifiez le style du titre</a:t>
            </a:r>
          </a:p>
        </p:txBody>
      </p:sp>
      <p:sp>
        <p:nvSpPr>
          <p:cNvPr id="13" name="Espace réservé d’image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rtlCol="0"/>
          <a:lstStyle>
            <a:lvl1pPr>
              <a:defRPr/>
            </a:lvl1pPr>
          </a:lstStyle>
          <a:p>
            <a:pPr rtl="0"/>
            <a:r>
              <a:rPr lang="fr"/>
              <a:t> </a:t>
            </a:r>
          </a:p>
        </p:txBody>
      </p:sp>
      <p:sp>
        <p:nvSpPr>
          <p:cNvPr id="10" name="Espace réservé du contenu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rtlCol="0"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7" name="Espace réservé du pied de page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rtlCol="0" anchor="b"/>
          <a:lstStyle/>
          <a:p>
            <a:pPr rtl="0"/>
            <a:r>
              <a:rPr lang="fr"/>
              <a:t>Exemple de texte de pied de page</a:t>
            </a:r>
          </a:p>
        </p:txBody>
      </p:sp>
      <p:sp>
        <p:nvSpPr>
          <p:cNvPr id="8" name="Espace réservé du numéro de diapositive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rtlCol="0" anchor="b"/>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32501324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12064" y="621792"/>
            <a:ext cx="3528795" cy="1875965"/>
          </a:xfrm>
        </p:spPr>
        <p:txBody>
          <a:bodyPr rtlCol="0" anchor="t" anchorCtr="0">
            <a:noAutofit/>
          </a:bodyPr>
          <a:lstStyle>
            <a:lvl1pPr>
              <a:defRPr sz="5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312351" y="603504"/>
            <a:ext cx="7215984" cy="5558959"/>
          </a:xfrm>
        </p:spPr>
        <p:txBody>
          <a:bodyPr rtlCol="0" anchor="t" anchorCtr="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7" name="Espace réservé du pied de page 6">
            <a:extLst>
              <a:ext uri="{FF2B5EF4-FFF2-40B4-BE49-F238E27FC236}">
                <a16:creationId xmlns:a16="http://schemas.microsoft.com/office/drawing/2014/main" id="{27B28364-BB1F-C92D-6EA6-E9AFEACC2D4A}"/>
              </a:ext>
            </a:extLst>
          </p:cNvPr>
          <p:cNvSpPr>
            <a:spLocks noGrp="1"/>
          </p:cNvSpPr>
          <p:nvPr>
            <p:ph type="ftr" sz="quarter" idx="16"/>
          </p:nvPr>
        </p:nvSpPr>
        <p:spPr>
          <a:xfrm>
            <a:off x="545926" y="6438284"/>
            <a:ext cx="5276852" cy="365125"/>
          </a:xfrm>
        </p:spPr>
        <p:txBody>
          <a:bodyPr rtlCol="0" anchor="b"/>
          <a:lstStyle/>
          <a:p>
            <a:pPr rtl="0"/>
            <a:r>
              <a:rPr lang="fr"/>
              <a:t>Exemple de texte de pied de page</a:t>
            </a:r>
          </a:p>
        </p:txBody>
      </p:sp>
      <p:sp>
        <p:nvSpPr>
          <p:cNvPr id="6" name="Espace réservé de la date 5">
            <a:extLst>
              <a:ext uri="{FF2B5EF4-FFF2-40B4-BE49-F238E27FC236}">
                <a16:creationId xmlns:a16="http://schemas.microsoft.com/office/drawing/2014/main" id="{3E4B54CF-3562-5862-E6DB-CEF1F22146EA}"/>
              </a:ext>
            </a:extLst>
          </p:cNvPr>
          <p:cNvSpPr>
            <a:spLocks noGrp="1"/>
          </p:cNvSpPr>
          <p:nvPr>
            <p:ph type="dt" sz="half" idx="15"/>
          </p:nvPr>
        </p:nvSpPr>
        <p:spPr>
          <a:xfrm>
            <a:off x="6190488" y="6432496"/>
            <a:ext cx="2544079" cy="365125"/>
          </a:xfrm>
        </p:spPr>
        <p:txBody>
          <a:bodyPr rtlCol="0" anchor="b"/>
          <a:lstStyle/>
          <a:p>
            <a:pPr rtl="0"/>
            <a:endParaRPr lang="en-US"/>
          </a:p>
        </p:txBody>
      </p:sp>
      <p:sp>
        <p:nvSpPr>
          <p:cNvPr id="9" name="Espace réservé du numéro de diapositive 8">
            <a:extLst>
              <a:ext uri="{FF2B5EF4-FFF2-40B4-BE49-F238E27FC236}">
                <a16:creationId xmlns:a16="http://schemas.microsoft.com/office/drawing/2014/main" id="{BB780F23-567A-D56A-4657-9FE5DB9F1C69}"/>
              </a:ext>
            </a:extLst>
          </p:cNvPr>
          <p:cNvSpPr>
            <a:spLocks noGrp="1"/>
          </p:cNvSpPr>
          <p:nvPr>
            <p:ph type="sldNum" sz="quarter" idx="17"/>
          </p:nvPr>
        </p:nvSpPr>
        <p:spPr>
          <a:xfrm>
            <a:off x="11099128" y="6438284"/>
            <a:ext cx="429207" cy="365125"/>
          </a:xfrm>
        </p:spPr>
        <p:txBody>
          <a:bodyPr rtlCol="0" anchor="b"/>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2787477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u avec image 1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rtlCol="0" anchor="t" anchorCtr="0">
            <a:noAutofit/>
          </a:bodyPr>
          <a:lstStyle>
            <a:lvl1pPr>
              <a:defRPr sz="5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rtlCol="0" anchor="b" anchorCtr="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3" name="Espace réservé du pied de page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rtlCol="0" anchor="b"/>
          <a:lstStyle/>
          <a:p>
            <a:pPr rtl="0"/>
            <a:r>
              <a:rPr lang="fr"/>
              <a:t>Exemple de texte de pied de page</a:t>
            </a:r>
          </a:p>
        </p:txBody>
      </p:sp>
      <p:sp>
        <p:nvSpPr>
          <p:cNvPr id="12" name="Espace réservé de la date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rtlCol="0" anchor="b"/>
          <a:lstStyle/>
          <a:p>
            <a:pPr rtl="0"/>
            <a:endParaRPr lang="en-US"/>
          </a:p>
        </p:txBody>
      </p:sp>
      <p:sp>
        <p:nvSpPr>
          <p:cNvPr id="14" name="Espace réservé du numéro de diapositive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rtlCol="0" anchor="b"/>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1672768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u avec image 1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rtlCol="0" anchor="t" anchorCtr="0">
            <a:noAutofit/>
          </a:bodyPr>
          <a:lstStyle>
            <a:lvl1pPr>
              <a:defRPr sz="5600"/>
            </a:lvl1pPr>
          </a:lstStyle>
          <a:p>
            <a:pPr rtl="0"/>
            <a:r>
              <a:rPr lang="fr"/>
              <a:t>Modifiez le style du titre</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rtlCol="0"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rtlCol="0" anchor="b"/>
          <a:lstStyle/>
          <a:p>
            <a:pPr rtl="0"/>
            <a:r>
              <a:rPr lang="fr"/>
              <a:t>Exemple de texte de pied de page</a:t>
            </a:r>
          </a:p>
        </p:txBody>
      </p:sp>
      <p:sp>
        <p:nvSpPr>
          <p:cNvPr id="3" name="Espace réservé de la date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rtlCol="0" anchor="b"/>
          <a:lstStyle/>
          <a:p>
            <a:pPr rtl="0"/>
            <a:endParaRPr lang="en-US"/>
          </a:p>
        </p:txBody>
      </p:sp>
      <p:sp>
        <p:nvSpPr>
          <p:cNvPr id="5" name="Espace réservé du numéro de diapositive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rtlCol="0" anchor="b"/>
          <a:lstStyle/>
          <a:p>
            <a:pPr rtl="0"/>
            <a:fld id="{CC057153-B650-4DEB-B370-79DDCFDCE934}" type="slidenum">
              <a:rPr lang="en-US" smtClean="0"/>
              <a:t>‹#›</a:t>
            </a:fld>
            <a:endParaRPr lang="en-US"/>
          </a:p>
        </p:txBody>
      </p:sp>
      <p:sp>
        <p:nvSpPr>
          <p:cNvPr id="7" name="Espace réservé d’image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rtlCol="0"/>
          <a:lstStyle/>
          <a:p>
            <a:pPr rtl="0"/>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u avec image 2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rtlCol="0" anchor="t" anchorCtr="0">
            <a:normAutofit/>
          </a:bodyPr>
          <a:lstStyle>
            <a:lvl1pPr>
              <a:lnSpc>
                <a:spcPct val="80000"/>
              </a:lnSpc>
              <a:defRPr sz="5600"/>
            </a:lvl1pPr>
          </a:lstStyle>
          <a:p>
            <a:pPr rtl="0"/>
            <a:r>
              <a:rPr lang="fr"/>
              <a:t>Modifiez le style du titre</a:t>
            </a:r>
            <a:endParaRPr lang="en-US"/>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rtlCol="0"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rtlCol="0"/>
          <a:lstStyle/>
          <a:p>
            <a:pPr rtl="0"/>
            <a:r>
              <a:rPr lang="fr"/>
              <a:t>Exemple de texte de pied de page</a:t>
            </a:r>
          </a:p>
        </p:txBody>
      </p:sp>
      <p:sp>
        <p:nvSpPr>
          <p:cNvPr id="9" name="Espace réservé du numéro de diapositiv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rtlCol="0"/>
          <a:lstStyle/>
          <a:p>
            <a:pPr rtl="0"/>
            <a:fld id="{CC057153-B650-4DEB-B370-79DDCFDCE934}" type="slidenum">
              <a:rPr lang="en-US" smtClean="0"/>
              <a:t>‹#›</a:t>
            </a:fld>
            <a:endParaRPr lang="en-US"/>
          </a:p>
        </p:txBody>
      </p:sp>
      <p:sp>
        <p:nvSpPr>
          <p:cNvPr id="6" name="Espace réservé d’image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rtlCol="0"/>
          <a:lstStyle/>
          <a:p>
            <a:pPr rtl="0"/>
            <a:endParaRPr lang="en-US"/>
          </a:p>
        </p:txBody>
      </p:sp>
    </p:spTree>
    <p:extLst>
      <p:ext uri="{BB962C8B-B14F-4D97-AF65-F5344CB8AC3E}">
        <p14:creationId xmlns:p14="http://schemas.microsoft.com/office/powerpoint/2010/main" val="362479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u avec image 2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18288" y="1005840"/>
            <a:ext cx="3595634" cy="2212313"/>
          </a:xfrm>
        </p:spPr>
        <p:txBody>
          <a:bodyPr rtlCol="0" anchor="t">
            <a:noAutofit/>
          </a:bodyPr>
          <a:lstStyle>
            <a:lvl1pPr>
              <a:defRPr sz="5600"/>
            </a:lvl1pPr>
          </a:lstStyle>
          <a:p>
            <a:pPr rtl="0"/>
            <a:r>
              <a:rPr lang="fr"/>
              <a:t>Modifiez le style du titre</a:t>
            </a:r>
          </a:p>
        </p:txBody>
      </p:sp>
      <p:sp>
        <p:nvSpPr>
          <p:cNvPr id="9" name="Espace réservé du pied de page 4">
            <a:extLst>
              <a:ext uri="{FF2B5EF4-FFF2-40B4-BE49-F238E27FC236}">
                <a16:creationId xmlns:a16="http://schemas.microsoft.com/office/drawing/2014/main" id="{69E2A0A4-E744-4E9C-CEAD-DBA5E98D44E8}"/>
              </a:ext>
            </a:extLst>
          </p:cNvPr>
          <p:cNvSpPr>
            <a:spLocks noGrp="1"/>
          </p:cNvSpPr>
          <p:nvPr>
            <p:ph type="ftr" sz="quarter" idx="11"/>
          </p:nvPr>
        </p:nvSpPr>
        <p:spPr>
          <a:xfrm>
            <a:off x="0" y="100701"/>
            <a:ext cx="4972050" cy="365125"/>
          </a:xfrm>
        </p:spPr>
        <p:txBody>
          <a:bodyPr rtlCol="0"/>
          <a:lstStyle/>
          <a:p>
            <a:pPr rtl="0"/>
            <a:r>
              <a:rPr lang="fr"/>
              <a:t>Exemple de texte de pied de page</a:t>
            </a:r>
          </a:p>
        </p:txBody>
      </p:sp>
      <p:sp>
        <p:nvSpPr>
          <p:cNvPr id="8" name="Espace réservé de la date 3">
            <a:extLst>
              <a:ext uri="{FF2B5EF4-FFF2-40B4-BE49-F238E27FC236}">
                <a16:creationId xmlns:a16="http://schemas.microsoft.com/office/drawing/2014/main" id="{D44A2045-E098-ECF5-2867-D41D939BA049}"/>
              </a:ext>
            </a:extLst>
          </p:cNvPr>
          <p:cNvSpPr>
            <a:spLocks noGrp="1"/>
          </p:cNvSpPr>
          <p:nvPr>
            <p:ph type="dt" sz="half" idx="10"/>
          </p:nvPr>
        </p:nvSpPr>
        <p:spPr>
          <a:xfrm>
            <a:off x="5258952" y="100701"/>
            <a:ext cx="5332001" cy="365125"/>
          </a:xfrm>
        </p:spPr>
        <p:txBody>
          <a:bodyPr rtlCol="0"/>
          <a:lstStyle/>
          <a:p>
            <a:pPr rtl="0"/>
            <a:endParaRPr lang="en-US"/>
          </a:p>
        </p:txBody>
      </p:sp>
      <p:sp>
        <p:nvSpPr>
          <p:cNvPr id="10" name="Espace réservé du numéro de diapositive 5">
            <a:extLst>
              <a:ext uri="{FF2B5EF4-FFF2-40B4-BE49-F238E27FC236}">
                <a16:creationId xmlns:a16="http://schemas.microsoft.com/office/drawing/2014/main" id="{07F69DDF-E931-1763-53C0-B18D6D4EC1E0}"/>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0" y="3402064"/>
            <a:ext cx="3585586" cy="3434638"/>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Tree>
    <p:extLst>
      <p:ext uri="{BB962C8B-B14F-4D97-AF65-F5344CB8AC3E}">
        <p14:creationId xmlns:p14="http://schemas.microsoft.com/office/powerpoint/2010/main" val="3510537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ombre en gran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rtlCol="0" anchor="b">
            <a:normAutofit/>
          </a:bodyPr>
          <a:lstStyle>
            <a:lvl1pPr>
              <a:lnSpc>
                <a:spcPct val="120000"/>
              </a:lnSpc>
              <a:defRPr sz="2000" b="0" spc="0" baseline="0">
                <a:solidFill>
                  <a:schemeClr val="tx1"/>
                </a:solidFill>
                <a:latin typeface="+mn-lt"/>
              </a:defRPr>
            </a:lvl1pPr>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rtlCol="0" anchor="t">
            <a:normAutofit/>
          </a:bodyPr>
          <a:lstStyle>
            <a:lvl1pPr marL="0" indent="0">
              <a:lnSpc>
                <a:spcPct val="90000"/>
              </a:lnSpc>
              <a:spcBef>
                <a:spcPts val="0"/>
              </a:spcBef>
              <a:buNone/>
              <a:defRPr sz="15000" b="0" i="0">
                <a:solidFill>
                  <a:schemeClr val="tx1"/>
                </a:solidFill>
                <a:latin typeface="+mj-lt"/>
              </a:defRPr>
            </a:lvl1pPr>
          </a:lstStyle>
          <a:p>
            <a:pPr lvl="0" rtl="0"/>
            <a:r>
              <a:rPr lang="fr"/>
              <a:t>## %</a:t>
            </a:r>
          </a:p>
        </p:txBody>
      </p:sp>
      <p:pic>
        <p:nvPicPr>
          <p:cNvPr id="6" name="Graphisme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1109185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ombre en grand 2">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rtlCol="0" anchor="b">
            <a:normAutofit/>
          </a:bodyPr>
          <a:lstStyle>
            <a:lvl1pPr>
              <a:lnSpc>
                <a:spcPct val="120000"/>
              </a:lnSpc>
              <a:defRPr sz="2000" b="0" spc="0" baseline="0">
                <a:solidFill>
                  <a:schemeClr val="tx1"/>
                </a:solidFill>
                <a:latin typeface="+mn-lt"/>
              </a:defRPr>
            </a:lvl1pPr>
          </a:lstStyle>
          <a:p>
            <a:pPr rtl="0"/>
            <a:r>
              <a:rPr lang="fr"/>
              <a:t>Modifiez le style du titre</a:t>
            </a:r>
            <a:endParaRPr lang="en-US"/>
          </a:p>
        </p:txBody>
      </p:sp>
      <p:pic>
        <p:nvPicPr>
          <p:cNvPr id="6" name="Graphisme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Espace réservé du pied de page 8">
            <a:extLst>
              <a:ext uri="{FF2B5EF4-FFF2-40B4-BE49-F238E27FC236}">
                <a16:creationId xmlns:a16="http://schemas.microsoft.com/office/drawing/2014/main" id="{9177888A-355A-DE7F-B87A-D018FC9564C3}"/>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E2B4EDBB-F789-35E1-3512-3A3E647C2B42}"/>
              </a:ext>
            </a:extLst>
          </p:cNvPr>
          <p:cNvSpPr>
            <a:spLocks noGrp="1"/>
          </p:cNvSpPr>
          <p:nvPr>
            <p:ph type="dt" sz="half" idx="14"/>
          </p:nvPr>
        </p:nvSpPr>
        <p:spPr/>
        <p:txBody>
          <a:bodyPr rtlCol="0"/>
          <a:lstStyle/>
          <a:p>
            <a:pPr rtl="0"/>
            <a:endParaRPr lang="en-US"/>
          </a:p>
        </p:txBody>
      </p:sp>
      <p:sp>
        <p:nvSpPr>
          <p:cNvPr id="10" name="Espace réservé du numéro de diapositive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rtlCol="0"/>
          <a:lstStyle/>
          <a:p>
            <a:pPr rtl="0"/>
            <a:fld id="{CC057153-B650-4DEB-B370-79DDCFDCE934}" type="slidenum">
              <a:rPr lang="en-US" smtClean="0"/>
              <a:pPr rtl="0"/>
              <a:t>‹#›</a:t>
            </a:fld>
            <a:endParaRPr lang="en-US"/>
          </a:p>
        </p:txBody>
      </p:sp>
      <p:sp>
        <p:nvSpPr>
          <p:cNvPr id="5" name="Espace réservé du contenu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rtlCol="0" anchor="b">
            <a:normAutofit/>
          </a:bodyPr>
          <a:lstStyle>
            <a:lvl1pPr marL="0" indent="0">
              <a:lnSpc>
                <a:spcPct val="90000"/>
              </a:lnSpc>
              <a:spcBef>
                <a:spcPts val="0"/>
              </a:spcBef>
              <a:buNone/>
              <a:defRPr sz="15000" b="0" i="0">
                <a:solidFill>
                  <a:schemeClr val="tx1"/>
                </a:solidFill>
                <a:latin typeface="+mj-lt"/>
              </a:defRPr>
            </a:lvl1pPr>
          </a:lstStyle>
          <a:p>
            <a:pPr lvl="0" rtl="0"/>
            <a:r>
              <a:rPr lang="fr"/>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ombre en grand 3">
    <p:bg>
      <p:bgRef idx="1001">
        <a:schemeClr val="bg1"/>
      </p:bgRef>
    </p:bg>
    <p:spTree>
      <p:nvGrpSpPr>
        <p:cNvPr id="1" name=""/>
        <p:cNvGrpSpPr/>
        <p:nvPr/>
      </p:nvGrpSpPr>
      <p:grpSpPr>
        <a:xfrm>
          <a:off x="0" y="0"/>
          <a:ext cx="0" cy="0"/>
          <a:chOff x="0" y="0"/>
          <a:chExt cx="0" cy="0"/>
        </a:xfrm>
      </p:grpSpPr>
      <p:sp>
        <p:nvSpPr>
          <p:cNvPr id="6" name="Ovale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Titr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rtlCol="0" anchor="b">
            <a:normAutofit/>
          </a:bodyPr>
          <a:lstStyle>
            <a:lvl1pPr>
              <a:lnSpc>
                <a:spcPct val="120000"/>
              </a:lnSpc>
              <a:defRPr sz="2000" b="0" spc="0" baseline="0">
                <a:solidFill>
                  <a:schemeClr val="tx1"/>
                </a:solidFill>
                <a:latin typeface="+mn-lt"/>
              </a:defRPr>
            </a:lvl1pPr>
          </a:lstStyle>
          <a:p>
            <a:pPr rtl="0"/>
            <a:r>
              <a:rPr lang="fr"/>
              <a:t>Modifiez le style du titre</a:t>
            </a:r>
            <a:endParaRPr lang="en-US"/>
          </a:p>
        </p:txBody>
      </p:sp>
      <p:sp>
        <p:nvSpPr>
          <p:cNvPr id="11" name="Espace réservé du contenu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rtlCol="0" anchor="t">
            <a:normAutofit/>
          </a:bodyPr>
          <a:lstStyle>
            <a:lvl1pPr marL="0" indent="0">
              <a:lnSpc>
                <a:spcPct val="90000"/>
              </a:lnSpc>
              <a:spcBef>
                <a:spcPts val="0"/>
              </a:spcBef>
              <a:buNone/>
              <a:defRPr sz="15000" b="0" i="0">
                <a:solidFill>
                  <a:schemeClr val="tx1"/>
                </a:solidFill>
                <a:latin typeface="+mj-lt"/>
              </a:defRPr>
            </a:lvl1pPr>
          </a:lstStyle>
          <a:p>
            <a:pPr lvl="0" rtl="0"/>
            <a:r>
              <a:rPr lang="fr"/>
              <a:t>## %</a:t>
            </a:r>
          </a:p>
        </p:txBody>
      </p:sp>
      <p:sp>
        <p:nvSpPr>
          <p:cNvPr id="2" name="Espace réservé de la date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rtlCol="0"/>
          <a:lstStyle/>
          <a:p>
            <a:pPr rtl="0"/>
            <a:endParaRPr lang="en-US"/>
          </a:p>
        </p:txBody>
      </p:sp>
      <p:sp>
        <p:nvSpPr>
          <p:cNvPr id="5" name="Espace réservé du numéro de diapositive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ombre en grand 4">
    <p:bg>
      <p:bgRef idx="1001">
        <a:schemeClr val="bg1"/>
      </p:bgRef>
    </p:bg>
    <p:spTree>
      <p:nvGrpSpPr>
        <p:cNvPr id="1" name=""/>
        <p:cNvGrpSpPr/>
        <p:nvPr/>
      </p:nvGrpSpPr>
      <p:grpSpPr>
        <a:xfrm>
          <a:off x="0" y="0"/>
          <a:ext cx="0" cy="0"/>
          <a:chOff x="0" y="0"/>
          <a:chExt cx="0" cy="0"/>
        </a:xfrm>
      </p:grpSpPr>
      <p:pic>
        <p:nvPicPr>
          <p:cNvPr id="6" name="Graphisme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r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rtlCol="0" anchor="b">
            <a:normAutofit/>
          </a:bodyPr>
          <a:lstStyle>
            <a:lvl1pPr>
              <a:defRPr sz="2000" spc="0" baseline="0">
                <a:latin typeface="+mn-lt"/>
              </a:defRPr>
            </a:lvl1pPr>
          </a:lstStyle>
          <a:p>
            <a:pPr rtl="0"/>
            <a:r>
              <a:rPr lang="fr"/>
              <a:t>Modifiez le style du titre</a:t>
            </a:r>
          </a:p>
        </p:txBody>
      </p:sp>
      <p:sp>
        <p:nvSpPr>
          <p:cNvPr id="8" name="Espace réservé de la date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rtlCol="0"/>
          <a:lstStyle/>
          <a:p>
            <a:pPr rtl="0"/>
            <a:endParaRPr lang="en-US"/>
          </a:p>
        </p:txBody>
      </p:sp>
      <p:sp>
        <p:nvSpPr>
          <p:cNvPr id="9" name="Espace réservé du contenu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rtlCol="0" anchor="b">
            <a:normAutofit/>
          </a:bodyPr>
          <a:lstStyle>
            <a:lvl1pPr marL="0" indent="0">
              <a:lnSpc>
                <a:spcPct val="90000"/>
              </a:lnSpc>
              <a:spcBef>
                <a:spcPts val="0"/>
              </a:spcBef>
              <a:buNone/>
              <a:defRPr sz="15000" b="0" i="0">
                <a:solidFill>
                  <a:schemeClr val="tx1"/>
                </a:solidFill>
                <a:latin typeface="+mj-lt"/>
              </a:defRPr>
            </a:lvl1pPr>
          </a:lstStyle>
          <a:p>
            <a:pPr lvl="0" rtl="0"/>
            <a:r>
              <a:rPr lang="fr"/>
              <a:t>## %</a:t>
            </a:r>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Énoncé">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rtlCol="0"/>
          <a:lstStyle/>
          <a:p>
            <a:pPr rtl="0"/>
            <a:r>
              <a:rPr lang="fr"/>
              <a:t>Modifiez le style du titre</a:t>
            </a:r>
          </a:p>
        </p:txBody>
      </p:sp>
      <p:pic>
        <p:nvPicPr>
          <p:cNvPr id="3" name="Graphisme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12" name="Espace réservé du pied de page 11">
            <a:extLst>
              <a:ext uri="{FF2B5EF4-FFF2-40B4-BE49-F238E27FC236}">
                <a16:creationId xmlns:a16="http://schemas.microsoft.com/office/drawing/2014/main" id="{6F777942-A24A-16CB-2115-A16E397BBB01}"/>
              </a:ext>
            </a:extLst>
          </p:cNvPr>
          <p:cNvSpPr>
            <a:spLocks noGrp="1"/>
          </p:cNvSpPr>
          <p:nvPr>
            <p:ph type="ftr" sz="quarter" idx="15"/>
          </p:nvPr>
        </p:nvSpPr>
        <p:spPr/>
        <p:txBody>
          <a:bodyPr rtlCol="0"/>
          <a:lstStyle/>
          <a:p>
            <a:pPr rtl="0"/>
            <a:r>
              <a:rPr lang="fr"/>
              <a:t>Exemple de texte de pied de page</a:t>
            </a:r>
          </a:p>
        </p:txBody>
      </p:sp>
      <p:sp>
        <p:nvSpPr>
          <p:cNvPr id="11" name="Espace réservé de la date 10">
            <a:extLst>
              <a:ext uri="{FF2B5EF4-FFF2-40B4-BE49-F238E27FC236}">
                <a16:creationId xmlns:a16="http://schemas.microsoft.com/office/drawing/2014/main" id="{91D0C3F1-69CA-2A45-33F7-9AF4B8FFEDBC}"/>
              </a:ext>
            </a:extLst>
          </p:cNvPr>
          <p:cNvSpPr>
            <a:spLocks noGrp="1"/>
          </p:cNvSpPr>
          <p:nvPr>
            <p:ph type="dt" sz="half" idx="14"/>
          </p:nvPr>
        </p:nvSpPr>
        <p:spPr/>
        <p:txBody>
          <a:bodyPr rtlCol="0"/>
          <a:lstStyle/>
          <a:p>
            <a:pPr rtl="0"/>
            <a:endParaRPr lang="en-US"/>
          </a:p>
        </p:txBody>
      </p:sp>
      <p:sp>
        <p:nvSpPr>
          <p:cNvPr id="13" name="Espace réservé du numéro de diapositive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rtlCol="0"/>
          <a:lstStyle/>
          <a:p>
            <a:pPr rtl="0"/>
            <a:fld id="{CC057153-B650-4DEB-B370-79DDCFDCE934}" type="slidenum">
              <a:rPr lang="en-US" smtClean="0"/>
              <a:pPr rtl="0"/>
              <a:t>‹#›</a:t>
            </a:fld>
            <a:endParaRPr lang="en-US"/>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rtlCol="0"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3204941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Énoncé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rtlCol="0"/>
          <a:lstStyle/>
          <a:p>
            <a:pPr rtl="0"/>
            <a:r>
              <a:rPr lang="fr"/>
              <a:t>Modifiez le style du titre</a:t>
            </a:r>
          </a:p>
        </p:txBody>
      </p:sp>
      <p:sp>
        <p:nvSpPr>
          <p:cNvPr id="5" name="Espace réservé du contenu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rtlCol="0"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8" name="Espace réservé du numéro de diapositive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rtlCol="0" anchor="t"/>
          <a:lstStyle/>
          <a:p>
            <a:pPr rtl="0"/>
            <a:fld id="{CC057153-B650-4DEB-B370-79DDCFDCE934}" type="slidenum">
              <a:rPr lang="en-US" smtClean="0"/>
              <a:pPr rtl="0"/>
              <a:t>‹#›</a:t>
            </a:fld>
            <a:endParaRPr lang="en-US"/>
          </a:p>
        </p:txBody>
      </p:sp>
      <p:sp>
        <p:nvSpPr>
          <p:cNvPr id="10" name="Ovale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Espace réservé du pied de page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rtlCol="0" anchor="b"/>
          <a:lstStyle/>
          <a:p>
            <a:pPr rtl="0"/>
            <a:r>
              <a:rPr lang="fr"/>
              <a:t>Exemple de texte de pied de page</a:t>
            </a:r>
          </a:p>
        </p:txBody>
      </p:sp>
      <p:sp>
        <p:nvSpPr>
          <p:cNvPr id="3" name="Espace réservé de la date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rtlCol="0" anchor="b"/>
          <a:lstStyle/>
          <a:p>
            <a:pPr rtl="0"/>
            <a:endParaRPr lang="en-US"/>
          </a:p>
        </p:txBody>
      </p:sp>
    </p:spTree>
    <p:extLst>
      <p:ext uri="{BB962C8B-B14F-4D97-AF65-F5344CB8AC3E}">
        <p14:creationId xmlns:p14="http://schemas.microsoft.com/office/powerpoint/2010/main" val="1759652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Énoncé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rtlCol="0"/>
          <a:lstStyle/>
          <a:p>
            <a:pPr rtl="0"/>
            <a:r>
              <a:rPr lang="fr"/>
              <a:t>Modifiez le style du titre</a:t>
            </a:r>
          </a:p>
        </p:txBody>
      </p:sp>
      <p:pic>
        <p:nvPicPr>
          <p:cNvPr id="4" name="Graphisme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Espace réservé du pied de page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rtlCol="0"/>
          <a:lstStyle/>
          <a:p>
            <a:pPr rtl="0"/>
            <a:r>
              <a:rPr lang="fr"/>
              <a:t>Exemple de texte de pied de page</a:t>
            </a:r>
          </a:p>
        </p:txBody>
      </p:sp>
      <p:sp>
        <p:nvSpPr>
          <p:cNvPr id="3" name="Espace réservé de la date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rtlCol="0"/>
          <a:lstStyle/>
          <a:p>
            <a:pPr rtl="0"/>
            <a:endParaRPr lang="en-US"/>
          </a:p>
        </p:txBody>
      </p:sp>
      <p:sp>
        <p:nvSpPr>
          <p:cNvPr id="10" name="Espace réservé du numéro de diapositive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
        <p:nvSpPr>
          <p:cNvPr id="8" name="Espace réservé du contenu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rtlCol="0"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pic>
        <p:nvPicPr>
          <p:cNvPr id="3" name="Graphisme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r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rtlCol="0" anchor="b">
            <a:normAutofit/>
          </a:bodyPr>
          <a:lstStyle>
            <a:lvl1pPr>
              <a:lnSpc>
                <a:spcPct val="80000"/>
              </a:lnSpc>
              <a:defRPr sz="2000" spc="0" baseline="0">
                <a:solidFill>
                  <a:schemeClr val="tx1"/>
                </a:solidFill>
                <a:latin typeface="+mn-lt"/>
              </a:defRPr>
            </a:lvl1pPr>
          </a:lstStyle>
          <a:p>
            <a:pPr rtl="0"/>
            <a:r>
              <a:rPr lang="fr"/>
              <a:t>Auteur de la citation</a:t>
            </a:r>
          </a:p>
        </p:txBody>
      </p:sp>
      <p:sp>
        <p:nvSpPr>
          <p:cNvPr id="5" name="Espace réservé du contenu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rtlCol="0" anchor="t">
            <a:normAutofit/>
          </a:bodyPr>
          <a:lstStyle>
            <a:lvl1pPr marL="164592" indent="-164592">
              <a:lnSpc>
                <a:spcPct val="80000"/>
              </a:lnSpc>
              <a:spcBef>
                <a:spcPts val="0"/>
              </a:spcBef>
              <a:buNone/>
              <a:defRPr sz="5600" spc="-200" baseline="0">
                <a:solidFill>
                  <a:schemeClr val="tx1"/>
                </a:solidFill>
                <a:latin typeface="+mj-lt"/>
              </a:defRPr>
            </a:lvl1pPr>
          </a:lstStyle>
          <a:p>
            <a:pPr lvl="0" rtl="0"/>
            <a:r>
              <a:rPr lang="fr"/>
              <a:t>Cliquez pour ajouter une citation</a:t>
            </a:r>
          </a:p>
        </p:txBody>
      </p:sp>
      <p:sp>
        <p:nvSpPr>
          <p:cNvPr id="8" name="Espace réservé du numéro de diapositive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rtlCol="0"/>
          <a:lstStyle/>
          <a:p>
            <a:pPr rtl="0"/>
            <a:fld id="{CC057153-B650-4DEB-B370-79DDCFDCE934}" type="slidenum">
              <a:rPr lang="en-US" smtClean="0"/>
              <a:pPr rtl="0"/>
              <a:t>‹#›</a:t>
            </a:fld>
            <a:endParaRPr lang="en-US"/>
          </a:p>
        </p:txBody>
      </p:sp>
      <p:sp>
        <p:nvSpPr>
          <p:cNvPr id="10" name="Espace réservé du pied de page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rtlCol="0" anchor="b"/>
          <a:lstStyle/>
          <a:p>
            <a:pPr rtl="0"/>
            <a:r>
              <a:rPr lang="fr"/>
              <a:t>Exemple de texte de pied de page</a:t>
            </a:r>
          </a:p>
        </p:txBody>
      </p:sp>
    </p:spTree>
    <p:extLst>
      <p:ext uri="{BB962C8B-B14F-4D97-AF65-F5344CB8AC3E}">
        <p14:creationId xmlns:p14="http://schemas.microsoft.com/office/powerpoint/2010/main" val="907570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itation 2">
    <p:bg>
      <p:bgRef idx="1001">
        <a:schemeClr val="bg1"/>
      </p:bgRef>
    </p:bg>
    <p:spTree>
      <p:nvGrpSpPr>
        <p:cNvPr id="1" name=""/>
        <p:cNvGrpSpPr/>
        <p:nvPr/>
      </p:nvGrpSpPr>
      <p:grpSpPr>
        <a:xfrm>
          <a:off x="0" y="0"/>
          <a:ext cx="0" cy="0"/>
          <a:chOff x="0" y="0"/>
          <a:chExt cx="0" cy="0"/>
        </a:xfrm>
      </p:grpSpPr>
      <p:sp>
        <p:nvSpPr>
          <p:cNvPr id="5" name="Ovale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Titr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rtlCol="0" anchor="b">
            <a:normAutofit/>
          </a:bodyPr>
          <a:lstStyle>
            <a:lvl1pPr>
              <a:lnSpc>
                <a:spcPct val="80000"/>
              </a:lnSpc>
              <a:defRPr sz="2000" spc="0" baseline="0">
                <a:solidFill>
                  <a:schemeClr val="tx1"/>
                </a:solidFill>
                <a:latin typeface="+mn-lt"/>
              </a:defRPr>
            </a:lvl1pPr>
          </a:lstStyle>
          <a:p>
            <a:pPr rtl="0"/>
            <a:r>
              <a:rPr lang="fr"/>
              <a:t>Auteur de la citation</a:t>
            </a:r>
          </a:p>
        </p:txBody>
      </p:sp>
      <p:sp>
        <p:nvSpPr>
          <p:cNvPr id="8" name="Espace réservé du contenu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rtlCol="0" anchor="t">
            <a:normAutofit/>
          </a:bodyPr>
          <a:lstStyle>
            <a:lvl1pPr marL="164592" indent="-164592">
              <a:lnSpc>
                <a:spcPct val="80000"/>
              </a:lnSpc>
              <a:spcBef>
                <a:spcPts val="0"/>
              </a:spcBef>
              <a:buNone/>
              <a:defRPr sz="5600" spc="-200" baseline="0">
                <a:solidFill>
                  <a:schemeClr val="tx1"/>
                </a:solidFill>
                <a:latin typeface="+mj-lt"/>
              </a:defRPr>
            </a:lvl1pPr>
          </a:lstStyle>
          <a:p>
            <a:pPr lvl="0" rtl="0"/>
            <a:r>
              <a:rPr lang="fr"/>
              <a:t>Cliquer pour ajouter une citation</a:t>
            </a:r>
          </a:p>
        </p:txBody>
      </p:sp>
      <p:sp>
        <p:nvSpPr>
          <p:cNvPr id="12" name="Espace réservé du pied de page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rtlCol="0"/>
          <a:lstStyle/>
          <a:p>
            <a:pPr rtl="0"/>
            <a:r>
              <a:rPr lang="fr"/>
              <a:t>Exemple de texte de pied de page</a:t>
            </a:r>
          </a:p>
        </p:txBody>
      </p:sp>
      <p:sp>
        <p:nvSpPr>
          <p:cNvPr id="7" name="Espace réservé de la date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rtlCol="0" anchor="b"/>
          <a:lstStyle/>
          <a:p>
            <a:pPr rtl="0"/>
            <a:endParaRPr lang="en-US"/>
          </a:p>
        </p:txBody>
      </p:sp>
      <p:sp>
        <p:nvSpPr>
          <p:cNvPr id="13" name="Espace réservé du numéro de diapositive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itation 3">
    <p:bg>
      <p:bgRef idx="1001">
        <a:schemeClr val="bg1"/>
      </p:bgRef>
    </p:bg>
    <p:spTree>
      <p:nvGrpSpPr>
        <p:cNvPr id="1" name=""/>
        <p:cNvGrpSpPr/>
        <p:nvPr/>
      </p:nvGrpSpPr>
      <p:grpSpPr>
        <a:xfrm>
          <a:off x="0" y="0"/>
          <a:ext cx="0" cy="0"/>
          <a:chOff x="0" y="0"/>
          <a:chExt cx="0" cy="0"/>
        </a:xfrm>
      </p:grpSpPr>
      <p:pic>
        <p:nvPicPr>
          <p:cNvPr id="3" name="Graphisme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r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rtlCol="0" anchor="b">
            <a:normAutofit/>
          </a:bodyPr>
          <a:lstStyle>
            <a:lvl1pPr>
              <a:lnSpc>
                <a:spcPct val="80000"/>
              </a:lnSpc>
              <a:defRPr sz="2000" spc="0" baseline="0">
                <a:solidFill>
                  <a:schemeClr val="tx1"/>
                </a:solidFill>
                <a:latin typeface="+mn-lt"/>
              </a:defRPr>
            </a:lvl1pPr>
          </a:lstStyle>
          <a:p>
            <a:pPr rtl="0"/>
            <a:r>
              <a:rPr lang="fr"/>
              <a:t>Auteur de la citation</a:t>
            </a:r>
          </a:p>
        </p:txBody>
      </p:sp>
      <p:sp>
        <p:nvSpPr>
          <p:cNvPr id="5" name="Espace réservé du contenu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rtlCol="0" anchor="t">
            <a:normAutofit/>
          </a:bodyPr>
          <a:lstStyle>
            <a:lvl1pPr marL="164592" indent="-164592">
              <a:lnSpc>
                <a:spcPct val="80000"/>
              </a:lnSpc>
              <a:spcBef>
                <a:spcPts val="0"/>
              </a:spcBef>
              <a:buNone/>
              <a:defRPr sz="5600" spc="-200" baseline="0">
                <a:solidFill>
                  <a:schemeClr val="tx1"/>
                </a:solidFill>
                <a:latin typeface="+mj-lt"/>
              </a:defRPr>
            </a:lvl1pPr>
          </a:lstStyle>
          <a:p>
            <a:pPr lvl="0" rtl="0"/>
            <a:r>
              <a:rPr lang="fr"/>
              <a:t>Cliquer pour ajouter une citation</a:t>
            </a:r>
          </a:p>
        </p:txBody>
      </p:sp>
      <p:sp>
        <p:nvSpPr>
          <p:cNvPr id="2" name="Espace réservé de la date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rtlCol="0" anchor="b"/>
          <a:lstStyle/>
          <a:p>
            <a:pPr rtl="0"/>
            <a:endParaRPr lang="en-US"/>
          </a:p>
        </p:txBody>
      </p:sp>
      <p:sp>
        <p:nvSpPr>
          <p:cNvPr id="9" name="Espace réservé du numéro de diapositive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rtlCol="0" anchor="b"/>
          <a:lstStyle/>
          <a:p>
            <a:pPr rtl="0"/>
            <a:fld id="{CC057153-B650-4DEB-B370-79DDCFDCE934}" type="slidenum">
              <a:rPr lang="en-US" smtClean="0"/>
              <a:t>‹#›</a:t>
            </a:fld>
            <a:endParaRPr lang="en-US"/>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itation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0" y="5400504"/>
            <a:ext cx="7462853" cy="1443156"/>
          </a:xfrm>
        </p:spPr>
        <p:txBody>
          <a:bodyPr rtlCol="0" anchor="b" anchorCtr="0">
            <a:normAutofit/>
          </a:bodyPr>
          <a:lstStyle>
            <a:lvl1pPr>
              <a:lnSpc>
                <a:spcPct val="120000"/>
              </a:lnSpc>
              <a:defRPr sz="1600" spc="0" baseline="0">
                <a:solidFill>
                  <a:schemeClr val="tx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288" y="91440"/>
            <a:ext cx="7490285" cy="5029200"/>
          </a:xfrm>
        </p:spPr>
        <p:txBody>
          <a:bodyPr rtlCol="0" anchor="t" anchorCtr="0">
            <a:normAutofit/>
          </a:bodyPr>
          <a:lstStyle>
            <a:lvl1pPr marL="164592" indent="-164592">
              <a:lnSpc>
                <a:spcPct val="80000"/>
              </a:lnSpc>
              <a:spcBef>
                <a:spcPts val="0"/>
              </a:spcBef>
              <a:buNone/>
              <a:defRPr sz="5600" spc="-200" baseline="0">
                <a:latin typeface="+mj-lt"/>
              </a:defRPr>
            </a:lvl1pPr>
          </a:lstStyle>
          <a:p>
            <a:pPr lvl="0" rtl="0"/>
            <a:r>
              <a:rPr lang="fr"/>
              <a:t>Cliquez pour ajouter une citation</a:t>
            </a:r>
          </a:p>
        </p:txBody>
      </p:sp>
      <p:sp>
        <p:nvSpPr>
          <p:cNvPr id="8" name="Espace réservé du numéro de diapositive 5">
            <a:extLst>
              <a:ext uri="{FF2B5EF4-FFF2-40B4-BE49-F238E27FC236}">
                <a16:creationId xmlns:a16="http://schemas.microsoft.com/office/drawing/2014/main" id="{3C6CA867-0594-FF63-2A8A-31E617CF8B81}"/>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669100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itation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rtlCol="0" anchor="b" anchorCtr="0">
            <a:normAutofit/>
          </a:bodyPr>
          <a:lstStyle>
            <a:lvl1pPr>
              <a:lnSpc>
                <a:spcPct val="80000"/>
              </a:lnSpc>
              <a:defRPr sz="2000" spc="0" baseline="0">
                <a:solidFill>
                  <a:schemeClr val="tx1"/>
                </a:solidFill>
                <a:latin typeface="+mn-lt"/>
              </a:defRPr>
            </a:lvl1pPr>
          </a:lstStyle>
          <a:p>
            <a:pPr rtl="0"/>
            <a:r>
              <a:rPr lang="fr"/>
              <a:t>Auteur de la citation</a:t>
            </a:r>
          </a:p>
        </p:txBody>
      </p:sp>
      <p:pic>
        <p:nvPicPr>
          <p:cNvPr id="3" name="Graphisme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5" name="Espace réservé du pied de page 4">
            <a:extLst>
              <a:ext uri="{FF2B5EF4-FFF2-40B4-BE49-F238E27FC236}">
                <a16:creationId xmlns:a16="http://schemas.microsoft.com/office/drawing/2014/main" id="{3E1BFC28-1FE6-202E-4C75-F59AA5769128}"/>
              </a:ext>
            </a:extLst>
          </p:cNvPr>
          <p:cNvSpPr>
            <a:spLocks noGrp="1"/>
          </p:cNvSpPr>
          <p:nvPr>
            <p:ph type="ftr" sz="quarter" idx="11"/>
          </p:nvPr>
        </p:nvSpPr>
        <p:spPr>
          <a:xfrm>
            <a:off x="0" y="100701"/>
            <a:ext cx="5898630"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45652F0F-1439-960F-9C3A-9343AACF5CF7}"/>
              </a:ext>
            </a:extLst>
          </p:cNvPr>
          <p:cNvSpPr>
            <a:spLocks noGrp="1"/>
          </p:cNvSpPr>
          <p:nvPr>
            <p:ph type="dt" sz="half" idx="10"/>
          </p:nvPr>
        </p:nvSpPr>
        <p:spPr>
          <a:xfrm>
            <a:off x="6217920" y="100701"/>
            <a:ext cx="5332001" cy="365125"/>
          </a:xfrm>
        </p:spPr>
        <p:txBody>
          <a:bodyPr rtlCol="0"/>
          <a:lstStyle/>
          <a:p>
            <a:pPr rtl="0"/>
            <a:endParaRPr lang="en-US"/>
          </a:p>
        </p:txBody>
      </p:sp>
      <p:sp>
        <p:nvSpPr>
          <p:cNvPr id="6" name="Espace réservé du numéro de diapositive 5">
            <a:extLst>
              <a:ext uri="{FF2B5EF4-FFF2-40B4-BE49-F238E27FC236}">
                <a16:creationId xmlns:a16="http://schemas.microsoft.com/office/drawing/2014/main" id="{25272698-4711-8849-0363-3DFE78138D32}"/>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rtlCol="0"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rtl="0"/>
            <a:r>
              <a:rPr lang="fr"/>
              <a:t>Cliquer pour ajouter une citation</a:t>
            </a:r>
          </a:p>
        </p:txBody>
      </p:sp>
    </p:spTree>
    <p:extLst>
      <p:ext uri="{BB962C8B-B14F-4D97-AF65-F5344CB8AC3E}">
        <p14:creationId xmlns:p14="http://schemas.microsoft.com/office/powerpoint/2010/main" val="1530893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rtlCol="0"/>
          <a:lstStyle/>
          <a:p>
            <a:pPr rtl="0"/>
            <a:r>
              <a:rPr lang="fr"/>
              <a:t>Modifiez le style du titre</a:t>
            </a:r>
          </a:p>
        </p:txBody>
      </p:sp>
      <p:sp>
        <p:nvSpPr>
          <p:cNvPr id="4" name="Espace réservé du pied de page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endParaRPr lang="en-US"/>
          </a:p>
        </p:txBody>
      </p:sp>
      <p:sp>
        <p:nvSpPr>
          <p:cNvPr id="5" name="Espace réservé du numéro de diapositive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1962871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rtlCol="0"/>
          <a:lstStyle/>
          <a:p>
            <a:pPr rtl="0"/>
            <a:r>
              <a:rPr lang="fr"/>
              <a:t>Exemple de texte de pied de page</a:t>
            </a:r>
          </a:p>
        </p:txBody>
      </p:sp>
      <p:sp>
        <p:nvSpPr>
          <p:cNvPr id="5" name="Espace réservé de la date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rtlCol="0"/>
          <a:lstStyle/>
          <a:p>
            <a:pPr rtl="0"/>
            <a:endParaRPr lang="en-US"/>
          </a:p>
        </p:txBody>
      </p:sp>
      <p:sp>
        <p:nvSpPr>
          <p:cNvPr id="7" name="Espace réservé du numéro de diapositive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2937850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0" y="1005840"/>
            <a:ext cx="4387515" cy="2266749"/>
          </a:xfrm>
        </p:spPr>
        <p:txBody>
          <a:bodyPr rtlCol="0" anchor="t">
            <a:noAutofit/>
          </a:bodyPr>
          <a:lstStyle>
            <a:lvl1pPr>
              <a:defRPr sz="5600"/>
            </a:lvl1pPr>
          </a:lstStyle>
          <a:p>
            <a:pPr rtl="0"/>
            <a:r>
              <a:rPr lang="fr"/>
              <a:t>Modifiez le style du titre</a:t>
            </a:r>
          </a:p>
        </p:txBody>
      </p:sp>
      <p:sp>
        <p:nvSpPr>
          <p:cNvPr id="9" name="Espace réservé du pied de page 4">
            <a:extLst>
              <a:ext uri="{FF2B5EF4-FFF2-40B4-BE49-F238E27FC236}">
                <a16:creationId xmlns:a16="http://schemas.microsoft.com/office/drawing/2014/main" id="{3BF49C86-6C0C-1FF8-95FA-97DFDF9DAFB3}"/>
              </a:ext>
            </a:extLst>
          </p:cNvPr>
          <p:cNvSpPr>
            <a:spLocks noGrp="1"/>
          </p:cNvSpPr>
          <p:nvPr>
            <p:ph type="ftr" sz="quarter" idx="11"/>
          </p:nvPr>
        </p:nvSpPr>
        <p:spPr>
          <a:xfrm>
            <a:off x="0" y="100701"/>
            <a:ext cx="5898630" cy="365125"/>
          </a:xfrm>
        </p:spPr>
        <p:txBody>
          <a:bodyPr rtlCol="0"/>
          <a:lstStyle/>
          <a:p>
            <a:pPr rtl="0"/>
            <a:r>
              <a:rPr lang="fr"/>
              <a:t>Exemple de texte de pied de page</a:t>
            </a:r>
          </a:p>
        </p:txBody>
      </p:sp>
      <p:sp>
        <p:nvSpPr>
          <p:cNvPr id="8" name="Espace réservé de la date 3">
            <a:extLst>
              <a:ext uri="{FF2B5EF4-FFF2-40B4-BE49-F238E27FC236}">
                <a16:creationId xmlns:a16="http://schemas.microsoft.com/office/drawing/2014/main" id="{967C0644-E9CA-553A-9682-88BC00D2C9A7}"/>
              </a:ext>
            </a:extLst>
          </p:cNvPr>
          <p:cNvSpPr>
            <a:spLocks noGrp="1"/>
          </p:cNvSpPr>
          <p:nvPr>
            <p:ph type="dt" sz="half" idx="10"/>
          </p:nvPr>
        </p:nvSpPr>
        <p:spPr>
          <a:xfrm>
            <a:off x="6217920" y="100701"/>
            <a:ext cx="5332001" cy="365125"/>
          </a:xfrm>
        </p:spPr>
        <p:txBody>
          <a:bodyPr rtlCol="0"/>
          <a:lstStyle/>
          <a:p>
            <a:pPr rtl="0"/>
            <a:endParaRPr lang="en-US"/>
          </a:p>
        </p:txBody>
      </p:sp>
      <p:sp>
        <p:nvSpPr>
          <p:cNvPr id="10" name="Espace réservé du numéro de diapositive 5">
            <a:extLst>
              <a:ext uri="{FF2B5EF4-FFF2-40B4-BE49-F238E27FC236}">
                <a16:creationId xmlns:a16="http://schemas.microsoft.com/office/drawing/2014/main" id="{671DEEC6-473A-E958-E22B-4390511AE150}"/>
              </a:ext>
            </a:extLst>
          </p:cNvPr>
          <p:cNvSpPr>
            <a:spLocks noGrp="1"/>
          </p:cNvSpPr>
          <p:nvPr>
            <p:ph type="sldNum" sz="quarter" idx="12"/>
          </p:nvPr>
        </p:nvSpPr>
        <p:spPr>
          <a:xfrm>
            <a:off x="11762793" y="100701"/>
            <a:ext cx="429207" cy="365125"/>
          </a:xfrm>
        </p:spPr>
        <p:txBody>
          <a:bodyPr rtlCol="0"/>
          <a:lstStyle/>
          <a:p>
            <a:pPr rtl="0"/>
            <a:fld id="{CC057153-B650-4DEB-B370-79DDCFDCE934}" type="slidenum">
              <a:rPr lang="en-US" smtClean="0"/>
              <a:t>‹#›</a:t>
            </a:fld>
            <a:endParaRPr lang="en-US"/>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1" y="3951334"/>
            <a:ext cx="4387515" cy="2809615"/>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4884821" y="1005840"/>
            <a:ext cx="7217472" cy="5755109"/>
          </a:xfrm>
        </p:spPr>
        <p:txBody>
          <a:bodyPr rtlCol="0">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13656749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 avec légend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rtlCol="0" anchor="b">
            <a:noAutofit/>
          </a:bodyPr>
          <a:lstStyle>
            <a:lvl1pPr>
              <a:defRPr sz="5600"/>
            </a:lvl1pPr>
          </a:lstStyle>
          <a:p>
            <a:pPr rtl="0"/>
            <a:r>
              <a:rPr lang="fr"/>
              <a:t>Modifiez le style du titre</a:t>
            </a:r>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rtlCol="0"/>
          <a:lstStyle/>
          <a:p>
            <a:pPr rtl="0"/>
            <a:endParaRPr lang="en-US"/>
          </a:p>
        </p:txBody>
      </p:sp>
      <p:pic>
        <p:nvPicPr>
          <p:cNvPr id="8" name="Graphisme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rtlCol="0" anchor="t">
            <a:noAutofit/>
          </a:bodyPr>
          <a:lstStyle>
            <a:lvl1pPr>
              <a:defRPr sz="5600"/>
            </a:lvl1pPr>
          </a:lstStyle>
          <a:p>
            <a:pPr rtl="0"/>
            <a:r>
              <a:rPr lang="fr"/>
              <a:t>Modifiez le style du titre</a:t>
            </a:r>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rtlCol="0"/>
          <a:lstStyle/>
          <a:p>
            <a:pPr rtl="0"/>
            <a:r>
              <a:rPr lang="fr"/>
              <a:t>Exemple de texte de pied de page</a:t>
            </a:r>
          </a:p>
        </p:txBody>
      </p:sp>
      <p:sp>
        <p:nvSpPr>
          <p:cNvPr id="4" name="Espace réservé de la date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rtlCol="0"/>
          <a:lstStyle/>
          <a:p>
            <a:pPr rtl="0"/>
            <a:endParaRPr lang="en-US"/>
          </a:p>
        </p:txBody>
      </p:sp>
      <p:sp>
        <p:nvSpPr>
          <p:cNvPr id="6" name="Espace réservé du numéro de diapositive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rtlCol="0"/>
          <a:lstStyle/>
          <a:p>
            <a:pPr rtl="0"/>
            <a:fld id="{CC057153-B650-4DEB-B370-79DDCFDCE934}" type="slidenum">
              <a:rPr lang="en-US" smtClean="0"/>
              <a:pPr rtl="0"/>
              <a:t>‹#›</a:t>
            </a:fld>
            <a:endParaRPr lang="en-US"/>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rtlCol="0" anchor="b">
            <a:noAutofit/>
          </a:bodyPr>
          <a:lstStyle>
            <a:lvl1pPr>
              <a:defRPr sz="5600"/>
            </a:lvl1pPr>
          </a:lstStyle>
          <a:p>
            <a:pPr rtl="0"/>
            <a:r>
              <a:rPr lang="fr"/>
              <a:t>Modifiez le style du titre</a:t>
            </a:r>
          </a:p>
        </p:txBody>
      </p:sp>
      <p:sp>
        <p:nvSpPr>
          <p:cNvPr id="9" name="Espace réservé du pied de page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rtlCol="0"/>
          <a:lstStyle/>
          <a:p>
            <a:pPr rtl="0"/>
            <a:r>
              <a:rPr lang="fr"/>
              <a:t>Exemple de texte de pied de page</a:t>
            </a:r>
          </a:p>
        </p:txBody>
      </p:sp>
      <p:sp>
        <p:nvSpPr>
          <p:cNvPr id="8" name="Espace réservé de la date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rtlCol="0"/>
          <a:lstStyle/>
          <a:p>
            <a:pPr rtl="0"/>
            <a:endParaRPr lang="en-US"/>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rtlCol="0"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rtlCol="0" anchor="b"/>
          <a:lstStyle/>
          <a:p>
            <a:pPr rtl="0"/>
            <a:fld id="{CC057153-B650-4DEB-B370-79DDCFDCE934}" type="slidenum">
              <a:rPr lang="en-US" smtClean="0"/>
              <a:t>‹#›</a:t>
            </a:fld>
            <a:endParaRPr lang="en-US"/>
          </a:p>
        </p:txBody>
      </p:sp>
      <p:sp>
        <p:nvSpPr>
          <p:cNvPr id="3" name="Ovale 2">
            <a:extLst>
              <a:ext uri="{FF2B5EF4-FFF2-40B4-BE49-F238E27FC236}">
                <a16:creationId xmlns:a16="http://schemas.microsoft.com/office/drawing/2014/main"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pPr rtl="0"/>
            <a:r>
              <a:rPr lang="fr"/>
              <a:t>Modifiez le style du titre</a:t>
            </a:r>
          </a:p>
        </p:txBody>
      </p:sp>
      <p:sp>
        <p:nvSpPr>
          <p:cNvPr id="4" name="Espace réservé de la date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pPr rtl="0"/>
            <a:endParaRPr lang="en-US"/>
          </a:p>
        </p:txBody>
      </p:sp>
      <p:sp>
        <p:nvSpPr>
          <p:cNvPr id="5" name="Espace réservé du pied de page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pPr rtl="0"/>
            <a:r>
              <a:rPr lang="fr"/>
              <a:t>Exemple de texte de pied de page</a:t>
            </a:r>
            <a:endParaRPr lang="en-US"/>
          </a:p>
        </p:txBody>
      </p:sp>
      <p:sp>
        <p:nvSpPr>
          <p:cNvPr id="6" name="Espace réservé du numéro de diapositive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pPr rtl="0"/>
            <a:fld id="{CC057153-B650-4DEB-B370-79DDCFDCE934}" type="slidenum">
              <a:rPr lang="en-US" smtClean="0"/>
              <a:pPr rtl="0"/>
              <a:t>‹#›</a:t>
            </a:fld>
            <a:endParaRPr lang="en-US"/>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4" r:id="rId3"/>
    <p:sldLayoutId id="2147483785" r:id="rId4"/>
    <p:sldLayoutId id="2147483831" r:id="rId5"/>
    <p:sldLayoutId id="2147483783" r:id="rId6"/>
    <p:sldLayoutId id="2147483786" r:id="rId7"/>
    <p:sldLayoutId id="2147483787" r:id="rId8"/>
    <p:sldLayoutId id="2147483788" r:id="rId9"/>
    <p:sldLayoutId id="2147483789" r:id="rId10"/>
    <p:sldLayoutId id="2147483853" r:id="rId11"/>
    <p:sldLayoutId id="2147483858" r:id="rId12"/>
    <p:sldLayoutId id="2147483790" r:id="rId13"/>
    <p:sldLayoutId id="2147483838" r:id="rId14"/>
    <p:sldLayoutId id="2147483791" r:id="rId15"/>
    <p:sldLayoutId id="2147483839"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8" r:id="rId32"/>
    <p:sldLayoutId id="2147483809" r:id="rId33"/>
    <p:sldLayoutId id="2147483810" r:id="rId34"/>
    <p:sldLayoutId id="2147483811" r:id="rId35"/>
    <p:sldLayoutId id="2147483812" r:id="rId36"/>
    <p:sldLayoutId id="2147483813" r:id="rId37"/>
    <p:sldLayoutId id="2147483855" r:id="rId38"/>
    <p:sldLayoutId id="2147483841" r:id="rId39"/>
    <p:sldLayoutId id="2147483842" r:id="rId40"/>
    <p:sldLayoutId id="2147483828" r:id="rId41"/>
    <p:sldLayoutId id="2147483814" r:id="rId42"/>
    <p:sldLayoutId id="2147483815" r:id="rId43"/>
    <p:sldLayoutId id="2147483816" r:id="rId44"/>
    <p:sldLayoutId id="2147483844" r:id="rId45"/>
    <p:sldLayoutId id="2147483817" r:id="rId46"/>
    <p:sldLayoutId id="2147483818" r:id="rId47"/>
    <p:sldLayoutId id="2147483819" r:id="rId48"/>
    <p:sldLayoutId id="2147483820" r:id="rId49"/>
    <p:sldLayoutId id="2147483821" r:id="rId50"/>
    <p:sldLayoutId id="2147483822" r:id="rId51"/>
    <p:sldLayoutId id="2147483847" r:id="rId52"/>
    <p:sldLayoutId id="2147483848" r:id="rId53"/>
    <p:sldLayoutId id="2147483825" r:id="rId54"/>
    <p:sldLayoutId id="2147483826" r:id="rId55"/>
    <p:sldLayoutId id="2147483827" r:id="rId56"/>
    <p:sldLayoutId id="2147483850" r:id="rId57"/>
    <p:sldLayoutId id="2147483829" r:id="rId58"/>
    <p:sldLayoutId id="2147483830" r:id="rId5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395CF2F-82F2-A2AB-1294-4C5EE6CC7AD1}"/>
              </a:ext>
            </a:extLst>
          </p:cNvPr>
          <p:cNvSpPr>
            <a:spLocks noGrp="1"/>
          </p:cNvSpPr>
          <p:nvPr>
            <p:ph type="subTitle" idx="1"/>
          </p:nvPr>
        </p:nvSpPr>
        <p:spPr>
          <a:xfrm>
            <a:off x="1" y="6174463"/>
            <a:ext cx="5891134" cy="654839"/>
          </a:xfrm>
        </p:spPr>
        <p:txBody>
          <a:bodyPr anchor="b">
            <a:normAutofit/>
          </a:bodyPr>
          <a:lstStyle/>
          <a:p>
            <a:r>
              <a:rPr lang="en-US"/>
              <a:t>Exploration des concepts et applications d’intelligence artificielle</a:t>
            </a:r>
          </a:p>
        </p:txBody>
      </p:sp>
      <p:sp>
        <p:nvSpPr>
          <p:cNvPr id="4" name="Title 3">
            <a:extLst>
              <a:ext uri="{FF2B5EF4-FFF2-40B4-BE49-F238E27FC236}">
                <a16:creationId xmlns:a16="http://schemas.microsoft.com/office/drawing/2014/main" id="{B43FDD56-B51B-07E2-61F5-0D6B86246DB9}"/>
              </a:ext>
            </a:extLst>
          </p:cNvPr>
          <p:cNvSpPr>
            <a:spLocks noGrp="1"/>
          </p:cNvSpPr>
          <p:nvPr>
            <p:ph type="title"/>
          </p:nvPr>
        </p:nvSpPr>
        <p:spPr>
          <a:xfrm>
            <a:off x="527" y="419262"/>
            <a:ext cx="9683496" cy="3776472"/>
          </a:xfrm>
        </p:spPr>
        <p:txBody>
          <a:bodyPr anchor="b">
            <a:normAutofit/>
          </a:bodyPr>
          <a:lstStyle/>
          <a:p>
            <a:r>
              <a:rPr lang="en-US" err="1"/>
              <a:t>Projet</a:t>
            </a:r>
            <a:r>
              <a:rPr lang="en-US"/>
              <a:t> </a:t>
            </a:r>
            <a:r>
              <a:rPr lang="en-US" err="1"/>
              <a:t>d’Apprentissage</a:t>
            </a:r>
            <a:r>
              <a:rPr lang="en-US"/>
              <a:t> </a:t>
            </a:r>
            <a:r>
              <a:rPr lang="en-US" err="1"/>
              <a:t>Automatique</a:t>
            </a:r>
            <a:r>
              <a:rPr lang="en-US"/>
              <a:t> – </a:t>
            </a:r>
            <a:r>
              <a:rPr lang="en-US" err="1"/>
              <a:t>Présentation</a:t>
            </a:r>
            <a:br>
              <a:rPr lang="en-US"/>
            </a:br>
            <a:br>
              <a:rPr lang="en-US"/>
            </a:br>
            <a:r>
              <a:rPr lang="en-US"/>
              <a:t>LAPLACE - IMMO</a:t>
            </a:r>
          </a:p>
        </p:txBody>
      </p:sp>
      <p:sp>
        <p:nvSpPr>
          <p:cNvPr id="3" name="TextBox 2">
            <a:extLst>
              <a:ext uri="{FF2B5EF4-FFF2-40B4-BE49-F238E27FC236}">
                <a16:creationId xmlns:a16="http://schemas.microsoft.com/office/drawing/2014/main" id="{172C51DC-3EA1-C74D-60E4-8CF286E34BAF}"/>
              </a:ext>
            </a:extLst>
          </p:cNvPr>
          <p:cNvSpPr txBox="1"/>
          <p:nvPr/>
        </p:nvSpPr>
        <p:spPr>
          <a:xfrm>
            <a:off x="152400" y="4356100"/>
            <a:ext cx="110236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Présenté</a:t>
            </a:r>
            <a:r>
              <a:rPr lang="en-US" dirty="0"/>
              <a:t> par:</a:t>
            </a:r>
          </a:p>
          <a:p>
            <a:r>
              <a:rPr lang="en-US"/>
              <a:t>Cheick Oumar DIALLO,</a:t>
            </a:r>
            <a:endParaRPr lang="en-US" dirty="0"/>
          </a:p>
          <a:p>
            <a:r>
              <a:rPr lang="en-US"/>
              <a:t>Issouf BAMBA,</a:t>
            </a:r>
            <a:endParaRPr lang="en-US" dirty="0"/>
          </a:p>
          <a:p>
            <a:r>
              <a:rPr lang="en-US" dirty="0"/>
              <a:t>Abdoulahi Dit </a:t>
            </a:r>
            <a:r>
              <a:rPr lang="en-US" dirty="0" err="1"/>
              <a:t>Dioro</a:t>
            </a:r>
            <a:r>
              <a:rPr lang="en-US" dirty="0"/>
              <a:t> CISSE,</a:t>
            </a:r>
          </a:p>
          <a:p>
            <a:r>
              <a:rPr lang="en-US"/>
              <a:t>Dodzi AHNERT</a:t>
            </a:r>
            <a:endParaRPr lang="en-US" dirty="0"/>
          </a:p>
          <a:p>
            <a:endParaRPr lang="en-US" dirty="0"/>
          </a:p>
        </p:txBody>
      </p:sp>
    </p:spTree>
    <p:extLst>
      <p:ext uri="{BB962C8B-B14F-4D97-AF65-F5344CB8AC3E}">
        <p14:creationId xmlns:p14="http://schemas.microsoft.com/office/powerpoint/2010/main" val="99410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0155E5-2AC8-5B11-DE69-872052B0BB96}"/>
              </a:ext>
            </a:extLst>
          </p:cNvPr>
          <p:cNvSpPr>
            <a:spLocks noGrp="1"/>
          </p:cNvSpPr>
          <p:nvPr>
            <p:ph type="title"/>
          </p:nvPr>
        </p:nvSpPr>
        <p:spPr>
          <a:xfrm>
            <a:off x="0" y="2139696"/>
            <a:ext cx="8071011" cy="4718304"/>
          </a:xfrm>
        </p:spPr>
        <p:txBody>
          <a:bodyPr anchor="b">
            <a:normAutofit/>
          </a:bodyPr>
          <a:lstStyle/>
          <a:p>
            <a:r>
              <a:rPr lang="en-US"/>
              <a:t>Présentation Générale du Projet</a:t>
            </a:r>
          </a:p>
        </p:txBody>
      </p:sp>
    </p:spTree>
    <p:extLst>
      <p:ext uri="{BB962C8B-B14F-4D97-AF65-F5344CB8AC3E}">
        <p14:creationId xmlns:p14="http://schemas.microsoft.com/office/powerpoint/2010/main" val="2408333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2692-8AE5-4CCD-76DF-8940A0A07A85}"/>
              </a:ext>
            </a:extLst>
          </p:cNvPr>
          <p:cNvSpPr>
            <a:spLocks noGrp="1"/>
          </p:cNvSpPr>
          <p:nvPr>
            <p:ph type="title"/>
          </p:nvPr>
        </p:nvSpPr>
        <p:spPr>
          <a:xfrm>
            <a:off x="-18288" y="644663"/>
            <a:ext cx="12001592" cy="1088358"/>
          </a:xfrm>
        </p:spPr>
        <p:txBody>
          <a:bodyPr anchor="ctr">
            <a:normAutofit/>
          </a:bodyPr>
          <a:lstStyle/>
          <a:p>
            <a:r>
              <a:rPr lang="en-US" sz="4300"/>
              <a:t>Contexte, objectifs et structure de la présentation</a:t>
            </a:r>
          </a:p>
        </p:txBody>
      </p:sp>
      <p:sp>
        <p:nvSpPr>
          <p:cNvPr id="5" name="TextBox 4">
            <a:extLst>
              <a:ext uri="{FF2B5EF4-FFF2-40B4-BE49-F238E27FC236}">
                <a16:creationId xmlns:a16="http://schemas.microsoft.com/office/drawing/2014/main" id="{C46FF229-2EDD-4781-A35C-F825EB3B3F5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lIns="91440" tIns="45720" rIns="91440" bIns="45720" anchor="t">
            <a:normAutofit lnSpcReduction="10000"/>
          </a:bodyPr>
          <a:lstStyle/>
          <a:p>
            <a:pPr marL="0" indent="0">
              <a:lnSpc>
                <a:spcPct val="90000"/>
              </a:lnSpc>
              <a:spcBef>
                <a:spcPts val="2500"/>
              </a:spcBef>
              <a:spcAft>
                <a:spcPts val="600"/>
              </a:spcAft>
              <a:buFont typeface="+mj-lt"/>
              <a:buNone/>
            </a:pPr>
            <a:r>
              <a:rPr lang="en-US" sz="1300" b="1" err="1"/>
              <a:t>Contexte</a:t>
            </a:r>
            <a:r>
              <a:rPr lang="en-US" sz="1300" b="1"/>
              <a:t> et </a:t>
            </a:r>
            <a:r>
              <a:rPr lang="en-US" sz="1300" b="1" err="1"/>
              <a:t>objectifs</a:t>
            </a:r>
            <a:r>
              <a:rPr lang="en-US" sz="1300" b="1"/>
              <a:t> du </a:t>
            </a:r>
            <a:r>
              <a:rPr lang="en-US" sz="1300" b="1" err="1"/>
              <a:t>projet</a:t>
            </a:r>
          </a:p>
          <a:p>
            <a:pPr marL="0" lvl="1">
              <a:lnSpc>
                <a:spcPct val="90000"/>
              </a:lnSpc>
              <a:spcBef>
                <a:spcPts val="1000"/>
              </a:spcBef>
              <a:spcAft>
                <a:spcPts val="600"/>
              </a:spcAft>
            </a:pPr>
            <a:r>
              <a:rPr lang="en-US" sz="1300"/>
              <a:t>Le </a:t>
            </a:r>
            <a:r>
              <a:rPr lang="en-US" sz="1300" err="1"/>
              <a:t>projet</a:t>
            </a:r>
            <a:r>
              <a:rPr lang="en-US" sz="1300"/>
              <a:t> vise à </a:t>
            </a:r>
            <a:r>
              <a:rPr lang="en-US" sz="1300" err="1"/>
              <a:t>utiliser</a:t>
            </a:r>
            <a:r>
              <a:rPr lang="en-US" sz="1300"/>
              <a:t> un dataset pour </a:t>
            </a:r>
            <a:r>
              <a:rPr lang="en-US" sz="1300" err="1"/>
              <a:t>prédire</a:t>
            </a:r>
            <a:r>
              <a:rPr lang="en-US" sz="1300"/>
              <a:t> le prix de vente des maisons </a:t>
            </a:r>
            <a:r>
              <a:rPr lang="en-US" sz="1300" err="1"/>
              <a:t>en</a:t>
            </a:r>
            <a:r>
              <a:rPr lang="en-US" sz="1300"/>
              <a:t> </a:t>
            </a:r>
            <a:r>
              <a:rPr lang="en-US" sz="1300" err="1"/>
              <a:t>fonction</a:t>
            </a:r>
            <a:r>
              <a:rPr lang="en-US" sz="1300"/>
              <a:t> de </a:t>
            </a:r>
            <a:r>
              <a:rPr lang="en-US" sz="1300" err="1"/>
              <a:t>plusieurs</a:t>
            </a:r>
            <a:r>
              <a:rPr lang="en-US" sz="1300"/>
              <a:t> </a:t>
            </a:r>
            <a:r>
              <a:rPr lang="en-US" sz="1300" err="1"/>
              <a:t>critères</a:t>
            </a:r>
            <a:r>
              <a:rPr lang="en-US" sz="1300"/>
              <a:t> </a:t>
            </a:r>
            <a:r>
              <a:rPr lang="en-US" sz="1300" err="1"/>
              <a:t>comme</a:t>
            </a:r>
            <a:r>
              <a:rPr lang="en-US" sz="1300"/>
              <a:t> </a:t>
            </a:r>
            <a:r>
              <a:rPr lang="en-US" sz="1300" err="1"/>
              <a:t>sa</a:t>
            </a:r>
            <a:r>
              <a:rPr lang="en-US" sz="1300"/>
              <a:t> surface, le </a:t>
            </a:r>
            <a:r>
              <a:rPr lang="en-US" sz="1300" err="1"/>
              <a:t>nombre</a:t>
            </a:r>
            <a:r>
              <a:rPr lang="en-US" sz="1300"/>
              <a:t> de </a:t>
            </a:r>
            <a:r>
              <a:rPr lang="en-US" sz="1300" err="1"/>
              <a:t>chambres</a:t>
            </a:r>
            <a:r>
              <a:rPr lang="en-US" sz="1300"/>
              <a:t>, la zone </a:t>
            </a:r>
            <a:r>
              <a:rPr lang="en-US" sz="1300" err="1"/>
              <a:t>d'habitation</a:t>
            </a:r>
            <a:r>
              <a:rPr lang="en-US" sz="1300"/>
              <a:t> </a:t>
            </a:r>
            <a:r>
              <a:rPr lang="en-US" sz="1300">
                <a:ea typeface="+mn-lt"/>
                <a:cs typeface="+mn-lt"/>
              </a:rPr>
              <a:t>à Ames (Iowa, US).</a:t>
            </a:r>
            <a:r>
              <a:rPr lang="en-US" sz="1300"/>
              <a:t> Il </a:t>
            </a:r>
            <a:r>
              <a:rPr lang="en-US" sz="1300" err="1"/>
              <a:t>cherche</a:t>
            </a:r>
            <a:r>
              <a:rPr lang="en-US" sz="1300"/>
              <a:t> à </a:t>
            </a:r>
            <a:r>
              <a:rPr lang="en-US" sz="1300" err="1"/>
              <a:t>apporter</a:t>
            </a:r>
            <a:r>
              <a:rPr lang="en-US" sz="1300"/>
              <a:t> </a:t>
            </a:r>
            <a:r>
              <a:rPr lang="en-US" sz="1300" err="1"/>
              <a:t>une</a:t>
            </a:r>
            <a:r>
              <a:rPr lang="en-US" sz="1300"/>
              <a:t> </a:t>
            </a:r>
            <a:r>
              <a:rPr lang="en-US" sz="1300" err="1"/>
              <a:t>valeur</a:t>
            </a:r>
            <a:r>
              <a:rPr lang="en-US" sz="1300"/>
              <a:t> </a:t>
            </a:r>
            <a:r>
              <a:rPr lang="en-US" sz="1300" err="1"/>
              <a:t>opérationnelle</a:t>
            </a:r>
            <a:r>
              <a:rPr lang="en-US" sz="1300"/>
              <a:t> et </a:t>
            </a:r>
            <a:r>
              <a:rPr lang="en-US" sz="1300" err="1"/>
              <a:t>décisionnelle</a:t>
            </a:r>
            <a:r>
              <a:rPr lang="en-US" sz="1300"/>
              <a:t> </a:t>
            </a:r>
            <a:r>
              <a:rPr lang="en-US" sz="1300" err="1"/>
              <a:t>claire</a:t>
            </a:r>
            <a:r>
              <a:rPr lang="en-US" sz="1300"/>
              <a:t>.</a:t>
            </a:r>
          </a:p>
          <a:p>
            <a:pPr marL="0" indent="0">
              <a:lnSpc>
                <a:spcPct val="90000"/>
              </a:lnSpc>
              <a:spcBef>
                <a:spcPts val="2500"/>
              </a:spcBef>
              <a:spcAft>
                <a:spcPts val="600"/>
              </a:spcAft>
              <a:buFont typeface="+mj-lt"/>
              <a:buNone/>
            </a:pPr>
            <a:r>
              <a:rPr lang="en-US" sz="1300" b="1" err="1"/>
              <a:t>Analyse</a:t>
            </a:r>
            <a:r>
              <a:rPr lang="en-US" sz="1300" b="1"/>
              <a:t> </a:t>
            </a:r>
            <a:r>
              <a:rPr lang="en-US" sz="1300" b="1" err="1"/>
              <a:t>exploratoire</a:t>
            </a:r>
            <a:r>
              <a:rPr lang="en-US" sz="1300" b="1"/>
              <a:t> des données</a:t>
            </a:r>
          </a:p>
          <a:p>
            <a:pPr marL="0" lvl="1">
              <a:lnSpc>
                <a:spcPct val="90000"/>
              </a:lnSpc>
              <a:spcBef>
                <a:spcPts val="1000"/>
              </a:spcBef>
              <a:spcAft>
                <a:spcPts val="600"/>
              </a:spcAft>
            </a:pPr>
            <a:r>
              <a:rPr lang="en-US" sz="1300"/>
              <a:t>Une </a:t>
            </a:r>
            <a:r>
              <a:rPr lang="en-US" sz="1300" err="1"/>
              <a:t>analyse</a:t>
            </a:r>
            <a:r>
              <a:rPr lang="en-US" sz="1300"/>
              <a:t> </a:t>
            </a:r>
            <a:r>
              <a:rPr lang="en-US" sz="1300" err="1"/>
              <a:t>univariée</a:t>
            </a:r>
            <a:r>
              <a:rPr lang="en-US" sz="1300"/>
              <a:t> </a:t>
            </a:r>
            <a:r>
              <a:rPr lang="en-US" sz="1300" err="1"/>
              <a:t>détecte</a:t>
            </a:r>
            <a:r>
              <a:rPr lang="en-US" sz="1300"/>
              <a:t> anomalies et tendances </a:t>
            </a:r>
            <a:r>
              <a:rPr lang="en-US" sz="1300" err="1"/>
              <a:t>tandis</a:t>
            </a:r>
            <a:r>
              <a:rPr lang="en-US" sz="1300"/>
              <a:t> </a:t>
            </a:r>
            <a:r>
              <a:rPr lang="en-US" sz="1300" err="1"/>
              <a:t>que</a:t>
            </a:r>
            <a:r>
              <a:rPr lang="en-US" sz="1300"/>
              <a:t> </a:t>
            </a:r>
            <a:r>
              <a:rPr lang="en-US" sz="1300" err="1"/>
              <a:t>l’analyse</a:t>
            </a:r>
            <a:r>
              <a:rPr lang="en-US" sz="1300"/>
              <a:t> </a:t>
            </a:r>
            <a:r>
              <a:rPr lang="en-US" sz="1300" err="1"/>
              <a:t>bivariée</a:t>
            </a:r>
            <a:r>
              <a:rPr lang="en-US" sz="1300"/>
              <a:t> </a:t>
            </a:r>
            <a:r>
              <a:rPr lang="en-US" sz="1300" err="1"/>
              <a:t>révèle</a:t>
            </a:r>
            <a:r>
              <a:rPr lang="en-US" sz="1300"/>
              <a:t> les relations entre variables et </a:t>
            </a:r>
            <a:r>
              <a:rPr lang="en-US" sz="1300" err="1"/>
              <a:t>leur</a:t>
            </a:r>
            <a:r>
              <a:rPr lang="en-US" sz="1300"/>
              <a:t> </a:t>
            </a:r>
            <a:r>
              <a:rPr lang="en-US" sz="1300" err="1"/>
              <a:t>corrélation</a:t>
            </a:r>
            <a:r>
              <a:rPr lang="en-US" sz="1300"/>
              <a:t> avec le prix des maisons.</a:t>
            </a:r>
          </a:p>
          <a:p>
            <a:pPr marL="0" indent="0">
              <a:lnSpc>
                <a:spcPct val="90000"/>
              </a:lnSpc>
              <a:spcBef>
                <a:spcPts val="2500"/>
              </a:spcBef>
              <a:spcAft>
                <a:spcPts val="600"/>
              </a:spcAft>
              <a:buFont typeface="+mj-lt"/>
              <a:buNone/>
            </a:pPr>
            <a:r>
              <a:rPr lang="en-US" sz="1300" b="1" err="1"/>
              <a:t>Préparation</a:t>
            </a:r>
            <a:r>
              <a:rPr lang="en-US" sz="1300" b="1"/>
              <a:t> et feature engineering</a:t>
            </a:r>
          </a:p>
          <a:p>
            <a:pPr marL="0" lvl="1" indent="0">
              <a:lnSpc>
                <a:spcPct val="90000"/>
              </a:lnSpc>
              <a:spcBef>
                <a:spcPts val="1000"/>
              </a:spcBef>
              <a:spcAft>
                <a:spcPts val="600"/>
              </a:spcAft>
              <a:buFont typeface="+mj-lt"/>
              <a:buNone/>
            </a:pPr>
            <a:r>
              <a:rPr lang="en-US" sz="1300"/>
              <a:t>Cette phase </a:t>
            </a:r>
            <a:r>
              <a:rPr lang="en-US" sz="1300" err="1"/>
              <a:t>inclut</a:t>
            </a:r>
            <a:r>
              <a:rPr lang="en-US" sz="1300"/>
              <a:t> le </a:t>
            </a:r>
            <a:r>
              <a:rPr lang="en-US" sz="1300" err="1"/>
              <a:t>traitement</a:t>
            </a:r>
            <a:r>
              <a:rPr lang="en-US" sz="1300"/>
              <a:t> des </a:t>
            </a:r>
            <a:r>
              <a:rPr lang="en-US" sz="1300" err="1"/>
              <a:t>valeurs</a:t>
            </a:r>
            <a:r>
              <a:rPr lang="en-US" sz="1300"/>
              <a:t> </a:t>
            </a:r>
            <a:r>
              <a:rPr lang="en-US" sz="1300" err="1"/>
              <a:t>manquantes</a:t>
            </a:r>
            <a:r>
              <a:rPr lang="en-US" sz="1300"/>
              <a:t>, </a:t>
            </a:r>
            <a:r>
              <a:rPr lang="en-US" sz="1300" err="1"/>
              <a:t>l’encodage</a:t>
            </a:r>
            <a:r>
              <a:rPr lang="en-US" sz="1300"/>
              <a:t>, la </a:t>
            </a:r>
            <a:r>
              <a:rPr lang="en-US" sz="1300" err="1"/>
              <a:t>normalisation</a:t>
            </a:r>
            <a:r>
              <a:rPr lang="en-US" sz="1300"/>
              <a:t> et la </a:t>
            </a:r>
            <a:r>
              <a:rPr lang="en-US" sz="1300" err="1"/>
              <a:t>création</a:t>
            </a:r>
            <a:r>
              <a:rPr lang="en-US" sz="1300"/>
              <a:t> de </a:t>
            </a:r>
            <a:r>
              <a:rPr lang="en-US" sz="1300" err="1"/>
              <a:t>nouvelles</a:t>
            </a:r>
            <a:r>
              <a:rPr lang="en-US" sz="1300"/>
              <a:t> variables </a:t>
            </a:r>
            <a:r>
              <a:rPr lang="en-US" sz="1300" err="1"/>
              <a:t>pertinentes</a:t>
            </a:r>
            <a:r>
              <a:rPr lang="en-US" sz="1300"/>
              <a:t> pour </a:t>
            </a:r>
            <a:r>
              <a:rPr lang="en-US" sz="1300" err="1"/>
              <a:t>améliorer</a:t>
            </a:r>
            <a:r>
              <a:rPr lang="en-US" sz="1300"/>
              <a:t> la </a:t>
            </a:r>
            <a:r>
              <a:rPr lang="en-US" sz="1300" err="1"/>
              <a:t>modélisation</a:t>
            </a:r>
            <a:r>
              <a:rPr lang="en-US" sz="1300"/>
              <a:t>.</a:t>
            </a:r>
          </a:p>
          <a:p>
            <a:pPr marL="0" indent="0">
              <a:lnSpc>
                <a:spcPct val="90000"/>
              </a:lnSpc>
              <a:spcBef>
                <a:spcPts val="2500"/>
              </a:spcBef>
              <a:spcAft>
                <a:spcPts val="600"/>
              </a:spcAft>
              <a:buFont typeface="+mj-lt"/>
              <a:buNone/>
            </a:pPr>
            <a:r>
              <a:rPr lang="en-US" sz="1300" b="1" err="1"/>
              <a:t>Modélisation</a:t>
            </a:r>
            <a:r>
              <a:rPr lang="en-US" sz="1300" b="1"/>
              <a:t> et </a:t>
            </a:r>
            <a:r>
              <a:rPr lang="en-US" sz="1300" b="1" err="1"/>
              <a:t>évaluation</a:t>
            </a:r>
          </a:p>
          <a:p>
            <a:pPr marL="0" lvl="1" indent="0">
              <a:lnSpc>
                <a:spcPct val="90000"/>
              </a:lnSpc>
              <a:spcBef>
                <a:spcPts val="1000"/>
              </a:spcBef>
              <a:spcAft>
                <a:spcPts val="600"/>
              </a:spcAft>
              <a:buFont typeface="+mj-lt"/>
              <a:buNone/>
            </a:pPr>
            <a:r>
              <a:rPr lang="en-US" sz="1300"/>
              <a:t>Divers </a:t>
            </a:r>
            <a:r>
              <a:rPr lang="en-US" sz="1300" err="1"/>
              <a:t>algorithmes</a:t>
            </a:r>
            <a:r>
              <a:rPr lang="en-US" sz="1300"/>
              <a:t> </a:t>
            </a:r>
            <a:r>
              <a:rPr lang="en-US" sz="1300" err="1"/>
              <a:t>sont</a:t>
            </a:r>
            <a:r>
              <a:rPr lang="en-US" sz="1300"/>
              <a:t> </a:t>
            </a:r>
            <a:r>
              <a:rPr lang="en-US" sz="1300" err="1"/>
              <a:t>testés</a:t>
            </a:r>
            <a:r>
              <a:rPr lang="en-US" sz="1300"/>
              <a:t> et </a:t>
            </a:r>
            <a:r>
              <a:rPr lang="en-US" sz="1300" err="1"/>
              <a:t>évalués</a:t>
            </a:r>
            <a:r>
              <a:rPr lang="en-US" sz="1300"/>
              <a:t> avec des </a:t>
            </a:r>
            <a:r>
              <a:rPr lang="en-US" sz="1300" err="1"/>
              <a:t>métriques</a:t>
            </a:r>
            <a:r>
              <a:rPr lang="en-US" sz="1300"/>
              <a:t> </a:t>
            </a:r>
            <a:r>
              <a:rPr lang="en-US" sz="1300" err="1"/>
              <a:t>adaptées</a:t>
            </a:r>
            <a:r>
              <a:rPr lang="en-US" sz="1300"/>
              <a:t> </a:t>
            </a:r>
            <a:r>
              <a:rPr lang="en-US" sz="1300" err="1"/>
              <a:t>comme</a:t>
            </a:r>
            <a:r>
              <a:rPr lang="en-US" sz="1300"/>
              <a:t> </a:t>
            </a:r>
            <a:r>
              <a:rPr lang="en-US" sz="1300" err="1"/>
              <a:t>l’accuracy</a:t>
            </a:r>
            <a:r>
              <a:rPr lang="en-US" sz="1300"/>
              <a:t>, F1-score </a:t>
            </a:r>
            <a:r>
              <a:rPr lang="en-US" sz="1300" err="1"/>
              <a:t>ou</a:t>
            </a:r>
            <a:r>
              <a:rPr lang="en-US" sz="1300"/>
              <a:t> ROC-AUC pour </a:t>
            </a:r>
            <a:r>
              <a:rPr lang="en-US" sz="1300" err="1"/>
              <a:t>sélectionner</a:t>
            </a:r>
            <a:r>
              <a:rPr lang="en-US" sz="1300"/>
              <a:t> le </a:t>
            </a:r>
            <a:r>
              <a:rPr lang="en-US" sz="1300" err="1"/>
              <a:t>meilleur</a:t>
            </a:r>
            <a:r>
              <a:rPr lang="en-US" sz="1300"/>
              <a:t> </a:t>
            </a:r>
            <a:r>
              <a:rPr lang="en-US" sz="1300" err="1"/>
              <a:t>modèle</a:t>
            </a:r>
            <a:r>
              <a:rPr lang="en-US" sz="1300"/>
              <a:t>.</a:t>
            </a:r>
          </a:p>
        </p:txBody>
      </p:sp>
      <p:pic>
        <p:nvPicPr>
          <p:cNvPr id="4" name="Content Placeholder 3" descr="Les bulles de communication rouges avec l’espace de copie sont reliées entre elles par des flèches noires. Cette image montre les réseaux sociaux et la communication en ligne entre les personnes.">
            <a:extLst>
              <a:ext uri="{FF2B5EF4-FFF2-40B4-BE49-F238E27FC236}">
                <a16:creationId xmlns:a16="http://schemas.microsoft.com/office/drawing/2014/main" id="{C3049DB1-AF9D-4DC1-9A47-DF8BE6220800}"/>
              </a:ext>
            </a:extLst>
          </p:cNvPr>
          <p:cNvPicPr>
            <a:picLocks noGrp="1" noChangeAspect="1"/>
          </p:cNvPicPr>
          <p:nvPr>
            <p:ph idx="4294967295"/>
          </p:nvPr>
        </p:nvPicPr>
        <p:blipFill>
          <a:blip r:embed="rId3"/>
          <a:srcRect l="2255" r="16032" b="1"/>
          <a:stretch>
            <a:fillRect/>
          </a:stretch>
        </p:blipFill>
        <p:spPr>
          <a:xfrm>
            <a:off x="6096046" y="1923521"/>
            <a:ext cx="5905546" cy="4824113"/>
          </a:xfrm>
        </p:spPr>
      </p:pic>
    </p:spTree>
    <p:extLst>
      <p:ext uri="{BB962C8B-B14F-4D97-AF65-F5344CB8AC3E}">
        <p14:creationId xmlns:p14="http://schemas.microsoft.com/office/powerpoint/2010/main" val="3436637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4BEF8A-851E-EA6A-2546-5D7FA1AC333C}"/>
              </a:ext>
            </a:extLst>
          </p:cNvPr>
          <p:cNvSpPr>
            <a:spLocks noGrp="1"/>
          </p:cNvSpPr>
          <p:nvPr>
            <p:ph type="title"/>
          </p:nvPr>
        </p:nvSpPr>
        <p:spPr>
          <a:xfrm>
            <a:off x="0" y="2139696"/>
            <a:ext cx="8071011" cy="4718304"/>
          </a:xfrm>
        </p:spPr>
        <p:txBody>
          <a:bodyPr anchor="b">
            <a:normAutofit/>
          </a:bodyPr>
          <a:lstStyle/>
          <a:p>
            <a:r>
              <a:rPr lang="en-US"/>
              <a:t>Analyse du Dataset</a:t>
            </a:r>
          </a:p>
        </p:txBody>
      </p:sp>
    </p:spTree>
    <p:extLst>
      <p:ext uri="{BB962C8B-B14F-4D97-AF65-F5344CB8AC3E}">
        <p14:creationId xmlns:p14="http://schemas.microsoft.com/office/powerpoint/2010/main" val="2296148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527A-43C0-72FB-1ED8-06B3045D8304}"/>
              </a:ext>
            </a:extLst>
          </p:cNvPr>
          <p:cNvSpPr>
            <a:spLocks noGrp="1"/>
          </p:cNvSpPr>
          <p:nvPr>
            <p:ph type="title"/>
          </p:nvPr>
        </p:nvSpPr>
        <p:spPr>
          <a:xfrm>
            <a:off x="-18288" y="644663"/>
            <a:ext cx="12001592" cy="1088358"/>
          </a:xfrm>
        </p:spPr>
        <p:txBody>
          <a:bodyPr anchor="ctr">
            <a:normAutofit/>
          </a:bodyPr>
          <a:lstStyle/>
          <a:p>
            <a:r>
              <a:rPr lang="en-US" sz="5200"/>
              <a:t>Structure, source et qualité des données</a:t>
            </a:r>
          </a:p>
        </p:txBody>
      </p:sp>
      <p:sp>
        <p:nvSpPr>
          <p:cNvPr id="5" name="TextBox 4">
            <a:extLst>
              <a:ext uri="{FF2B5EF4-FFF2-40B4-BE49-F238E27FC236}">
                <a16:creationId xmlns:a16="http://schemas.microsoft.com/office/drawing/2014/main" id="{79678D38-A440-424A-9D34-7767C47C9D5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lIns="91440" tIns="45720" rIns="91440" bIns="45720" anchor="t">
            <a:normAutofit/>
          </a:bodyPr>
          <a:lstStyle/>
          <a:p>
            <a:pPr marL="0" indent="0">
              <a:lnSpc>
                <a:spcPct val="90000"/>
              </a:lnSpc>
              <a:spcBef>
                <a:spcPts val="2500"/>
              </a:spcBef>
              <a:spcAft>
                <a:spcPts val="600"/>
              </a:spcAft>
              <a:buFont typeface="+mj-lt"/>
              <a:buNone/>
            </a:pPr>
            <a:r>
              <a:rPr lang="en-US" sz="1400" b="1"/>
              <a:t>Source et structure du dataset</a:t>
            </a:r>
          </a:p>
          <a:p>
            <a:pPr marL="0" lvl="1" indent="0">
              <a:lnSpc>
                <a:spcPct val="90000"/>
              </a:lnSpc>
              <a:spcBef>
                <a:spcPts val="1000"/>
              </a:spcBef>
              <a:spcAft>
                <a:spcPts val="600"/>
              </a:spcAft>
              <a:buFont typeface="+mj-lt"/>
              <a:buNone/>
            </a:pPr>
            <a:r>
              <a:rPr lang="en-US" sz="1400"/>
              <a:t>Le dataset est </a:t>
            </a:r>
            <a:r>
              <a:rPr lang="en-US" sz="1400" err="1"/>
              <a:t>issu</a:t>
            </a:r>
            <a:r>
              <a:rPr lang="en-US" sz="1400"/>
              <a:t> </a:t>
            </a:r>
            <a:r>
              <a:rPr lang="en-US" sz="1400" err="1"/>
              <a:t>d’une</a:t>
            </a:r>
            <a:r>
              <a:rPr lang="en-US" sz="1400"/>
              <a:t> source identifiable, </a:t>
            </a:r>
            <a:r>
              <a:rPr lang="en-US" sz="1400" err="1"/>
              <a:t>comprenant</a:t>
            </a:r>
            <a:r>
              <a:rPr lang="en-US" sz="1400"/>
              <a:t> des observations et variables de types </a:t>
            </a:r>
            <a:r>
              <a:rPr lang="en-US" sz="1400" err="1"/>
              <a:t>variés</a:t>
            </a:r>
            <a:r>
              <a:rPr lang="en-US" sz="1400"/>
              <a:t> </a:t>
            </a:r>
            <a:r>
              <a:rPr lang="en-US" sz="1400" err="1"/>
              <a:t>comme</a:t>
            </a:r>
            <a:r>
              <a:rPr lang="en-US" sz="1400"/>
              <a:t> numérique et </a:t>
            </a:r>
            <a:r>
              <a:rPr lang="en-US" sz="1400" err="1"/>
              <a:t>catégoriel</a:t>
            </a:r>
            <a:r>
              <a:rPr lang="en-US" sz="1400"/>
              <a:t>.</a:t>
            </a:r>
          </a:p>
          <a:p>
            <a:pPr marL="0" indent="0">
              <a:lnSpc>
                <a:spcPct val="90000"/>
              </a:lnSpc>
              <a:spcBef>
                <a:spcPts val="2500"/>
              </a:spcBef>
              <a:spcAft>
                <a:spcPts val="600"/>
              </a:spcAft>
              <a:buFont typeface="+mj-lt"/>
              <a:buNone/>
            </a:pPr>
            <a:r>
              <a:rPr lang="en-US" sz="1400" b="1" err="1"/>
              <a:t>Détection</a:t>
            </a:r>
            <a:r>
              <a:rPr lang="en-US" sz="1400" b="1"/>
              <a:t> des </a:t>
            </a:r>
            <a:r>
              <a:rPr lang="en-US" sz="1400" b="1" err="1"/>
              <a:t>valeurs</a:t>
            </a:r>
            <a:r>
              <a:rPr lang="en-US" sz="1400" b="1"/>
              <a:t> </a:t>
            </a:r>
            <a:r>
              <a:rPr lang="en-US" sz="1400" b="1" err="1"/>
              <a:t>manquantes</a:t>
            </a:r>
          </a:p>
          <a:p>
            <a:pPr marL="0" lvl="1" indent="0">
              <a:lnSpc>
                <a:spcPct val="90000"/>
              </a:lnSpc>
              <a:spcBef>
                <a:spcPts val="1000"/>
              </a:spcBef>
              <a:spcAft>
                <a:spcPts val="600"/>
              </a:spcAft>
              <a:buFont typeface="+mj-lt"/>
              <a:buNone/>
            </a:pPr>
            <a:r>
              <a:rPr lang="en-US" sz="1400"/>
              <a:t>Les </a:t>
            </a:r>
            <a:r>
              <a:rPr lang="en-US" sz="1400" err="1"/>
              <a:t>valeurs</a:t>
            </a:r>
            <a:r>
              <a:rPr lang="en-US" sz="1400"/>
              <a:t> </a:t>
            </a:r>
            <a:r>
              <a:rPr lang="en-US" sz="1400" err="1"/>
              <a:t>manquantes</a:t>
            </a:r>
            <a:r>
              <a:rPr lang="en-US" sz="1400"/>
              <a:t> </a:t>
            </a:r>
            <a:r>
              <a:rPr lang="en-US" sz="1400" err="1"/>
              <a:t>sont</a:t>
            </a:r>
            <a:r>
              <a:rPr lang="en-US" sz="1400"/>
              <a:t> </a:t>
            </a:r>
            <a:r>
              <a:rPr lang="en-US" sz="1400" err="1"/>
              <a:t>évaluées</a:t>
            </a:r>
            <a:r>
              <a:rPr lang="en-US" sz="1400"/>
              <a:t> via un </a:t>
            </a:r>
            <a:r>
              <a:rPr lang="en-US" sz="1400" err="1"/>
              <a:t>taux</a:t>
            </a:r>
            <a:r>
              <a:rPr lang="en-US" sz="1400"/>
              <a:t> par variable </a:t>
            </a:r>
            <a:r>
              <a:rPr lang="en-US" sz="1400" err="1"/>
              <a:t>afin</a:t>
            </a:r>
            <a:r>
              <a:rPr lang="en-US" sz="1400"/>
              <a:t> de </a:t>
            </a:r>
            <a:r>
              <a:rPr lang="en-US" sz="1400" err="1"/>
              <a:t>choisir</a:t>
            </a:r>
            <a:r>
              <a:rPr lang="en-US" sz="1400"/>
              <a:t> la </a:t>
            </a:r>
            <a:r>
              <a:rPr lang="en-US" sz="1400" err="1"/>
              <a:t>meilleure</a:t>
            </a:r>
            <a:r>
              <a:rPr lang="en-US" sz="1400"/>
              <a:t> </a:t>
            </a:r>
            <a:r>
              <a:rPr lang="en-US" sz="1400" err="1"/>
              <a:t>stratégie</a:t>
            </a:r>
            <a:r>
              <a:rPr lang="en-US" sz="1400"/>
              <a:t> de </a:t>
            </a:r>
            <a:r>
              <a:rPr lang="en-US" sz="1400" err="1"/>
              <a:t>traitement</a:t>
            </a:r>
            <a:r>
              <a:rPr lang="en-US" sz="1400"/>
              <a:t> </a:t>
            </a:r>
            <a:r>
              <a:rPr lang="en-US" sz="1400" err="1"/>
              <a:t>adaptée</a:t>
            </a:r>
            <a:r>
              <a:rPr lang="en-US" sz="1400"/>
              <a:t>.</a:t>
            </a:r>
          </a:p>
          <a:p>
            <a:pPr marL="0" indent="0">
              <a:lnSpc>
                <a:spcPct val="90000"/>
              </a:lnSpc>
              <a:spcBef>
                <a:spcPts val="2500"/>
              </a:spcBef>
              <a:spcAft>
                <a:spcPts val="600"/>
              </a:spcAft>
              <a:buFont typeface="+mj-lt"/>
              <a:buNone/>
            </a:pPr>
            <a:r>
              <a:rPr lang="en-US" sz="1400" b="1"/>
              <a:t>Impact des outliers</a:t>
            </a:r>
          </a:p>
          <a:p>
            <a:pPr marL="0" lvl="1" indent="0">
              <a:lnSpc>
                <a:spcPct val="90000"/>
              </a:lnSpc>
              <a:spcBef>
                <a:spcPts val="1000"/>
              </a:spcBef>
              <a:spcAft>
                <a:spcPts val="600"/>
              </a:spcAft>
              <a:buFont typeface="+mj-lt"/>
              <a:buNone/>
            </a:pPr>
            <a:r>
              <a:rPr lang="en-US" sz="1400"/>
              <a:t>Les outliers </a:t>
            </a:r>
            <a:r>
              <a:rPr lang="en-US" sz="1400" err="1"/>
              <a:t>peuvent</a:t>
            </a:r>
            <a:r>
              <a:rPr lang="en-US" sz="1400"/>
              <a:t> </a:t>
            </a:r>
            <a:r>
              <a:rPr lang="en-US" sz="1400" err="1"/>
              <a:t>fausser</a:t>
            </a:r>
            <a:r>
              <a:rPr lang="en-US" sz="1400"/>
              <a:t> les </a:t>
            </a:r>
            <a:r>
              <a:rPr lang="en-US" sz="1400" err="1"/>
              <a:t>statistiques</a:t>
            </a:r>
            <a:r>
              <a:rPr lang="en-US" sz="1400"/>
              <a:t> descriptives et influencer </a:t>
            </a:r>
            <a:r>
              <a:rPr lang="en-US" sz="1400" err="1"/>
              <a:t>certains</a:t>
            </a:r>
            <a:r>
              <a:rPr lang="en-US" sz="1400"/>
              <a:t> </a:t>
            </a:r>
            <a:r>
              <a:rPr lang="en-US" sz="1400" err="1"/>
              <a:t>modèles</a:t>
            </a:r>
            <a:r>
              <a:rPr lang="en-US" sz="1400"/>
              <a:t> </a:t>
            </a:r>
            <a:r>
              <a:rPr lang="en-US" sz="1400" err="1"/>
              <a:t>prédictifs</a:t>
            </a:r>
            <a:r>
              <a:rPr lang="en-US" sz="1400"/>
              <a:t> </a:t>
            </a:r>
            <a:r>
              <a:rPr lang="en-US" sz="1400" err="1"/>
              <a:t>sensibles</a:t>
            </a:r>
            <a:r>
              <a:rPr lang="en-US" sz="1400"/>
              <a:t> aux </a:t>
            </a:r>
            <a:r>
              <a:rPr lang="en-US" sz="1400" err="1"/>
              <a:t>valeurs</a:t>
            </a:r>
            <a:r>
              <a:rPr lang="en-US" sz="1400"/>
              <a:t> </a:t>
            </a:r>
            <a:r>
              <a:rPr lang="en-US" sz="1400" err="1"/>
              <a:t>extrêmes</a:t>
            </a:r>
            <a:r>
              <a:rPr lang="en-US" sz="1400"/>
              <a:t>.</a:t>
            </a:r>
          </a:p>
        </p:txBody>
      </p:sp>
      <p:pic>
        <p:nvPicPr>
          <p:cNvPr id="4" name="Content Placeholder 3" descr="3d illustration">
            <a:extLst>
              <a:ext uri="{FF2B5EF4-FFF2-40B4-BE49-F238E27FC236}">
                <a16:creationId xmlns:a16="http://schemas.microsoft.com/office/drawing/2014/main" id="{A482B9DC-37BA-47C0-928C-D08A4BDDD008}"/>
              </a:ext>
            </a:extLst>
          </p:cNvPr>
          <p:cNvPicPr>
            <a:picLocks noGrp="1" noChangeAspect="1"/>
          </p:cNvPicPr>
          <p:nvPr>
            <p:ph idx="4294967295"/>
          </p:nvPr>
        </p:nvPicPr>
        <p:blipFill>
          <a:blip r:embed="rId3"/>
          <a:srcRect t="4649" r="1" b="13664"/>
          <a:stretch>
            <a:fillRect/>
          </a:stretch>
        </p:blipFill>
        <p:spPr>
          <a:xfrm>
            <a:off x="6096046" y="1923521"/>
            <a:ext cx="5905546" cy="4824113"/>
          </a:xfrm>
        </p:spPr>
      </p:pic>
    </p:spTree>
    <p:extLst>
      <p:ext uri="{BB962C8B-B14F-4D97-AF65-F5344CB8AC3E}">
        <p14:creationId xmlns:p14="http://schemas.microsoft.com/office/powerpoint/2010/main" val="316073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52CB8F-0300-378D-6639-D7D01FB3F3BA}"/>
              </a:ext>
            </a:extLst>
          </p:cNvPr>
          <p:cNvSpPr>
            <a:spLocks noGrp="1"/>
          </p:cNvSpPr>
          <p:nvPr>
            <p:ph type="title"/>
          </p:nvPr>
        </p:nvSpPr>
        <p:spPr>
          <a:xfrm>
            <a:off x="0" y="2139696"/>
            <a:ext cx="8071011" cy="4718304"/>
          </a:xfrm>
        </p:spPr>
        <p:txBody>
          <a:bodyPr anchor="b">
            <a:normAutofit/>
          </a:bodyPr>
          <a:lstStyle/>
          <a:p>
            <a:r>
              <a:rPr lang="en-US"/>
              <a:t>Analyse Exploratoire</a:t>
            </a:r>
          </a:p>
        </p:txBody>
      </p:sp>
    </p:spTree>
    <p:extLst>
      <p:ext uri="{BB962C8B-B14F-4D97-AF65-F5344CB8AC3E}">
        <p14:creationId xmlns:p14="http://schemas.microsoft.com/office/powerpoint/2010/main" val="2575684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FFF5-4139-36F4-AA0C-94D4F436EAA6}"/>
              </a:ext>
            </a:extLst>
          </p:cNvPr>
          <p:cNvSpPr>
            <a:spLocks noGrp="1"/>
          </p:cNvSpPr>
          <p:nvPr>
            <p:ph type="title"/>
          </p:nvPr>
        </p:nvSpPr>
        <p:spPr>
          <a:xfrm>
            <a:off x="-18288" y="644663"/>
            <a:ext cx="12001592" cy="1088358"/>
          </a:xfrm>
        </p:spPr>
        <p:txBody>
          <a:bodyPr anchor="ctr">
            <a:normAutofit/>
          </a:bodyPr>
          <a:lstStyle/>
          <a:p>
            <a:r>
              <a:rPr lang="en-US" sz="4800"/>
              <a:t>Analyse univariée des variables numériques</a:t>
            </a:r>
          </a:p>
        </p:txBody>
      </p:sp>
      <p:sp>
        <p:nvSpPr>
          <p:cNvPr id="5" name="TextBox 4">
            <a:extLst>
              <a:ext uri="{FF2B5EF4-FFF2-40B4-BE49-F238E27FC236}">
                <a16:creationId xmlns:a16="http://schemas.microsoft.com/office/drawing/2014/main" id="{A109F3BA-828A-4BB5-8492-3D58D8706F3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a:normAutofit/>
          </a:bodyPr>
          <a:lstStyle/>
          <a:p>
            <a:pPr marL="0" indent="0">
              <a:spcBef>
                <a:spcPts val="2500"/>
              </a:spcBef>
              <a:spcAft>
                <a:spcPts val="600"/>
              </a:spcAft>
              <a:buFont typeface="+mj-lt"/>
              <a:buNone/>
            </a:pPr>
            <a:r>
              <a:rPr lang="en-US" sz="1400" b="1"/>
              <a:t>Visualisation des distributions</a:t>
            </a:r>
          </a:p>
          <a:p>
            <a:pPr marL="0" lvl="1" indent="0">
              <a:spcBef>
                <a:spcPts val="1000"/>
              </a:spcBef>
              <a:spcAft>
                <a:spcPts val="600"/>
              </a:spcAft>
              <a:buFont typeface="+mj-lt"/>
              <a:buNone/>
            </a:pPr>
            <a:r>
              <a:rPr lang="en-US" sz="1400"/>
              <a:t>Les histogrammes et boxplots permettent d’identifier les formes de distribution et les valeurs aberrantes des variables numériques.</a:t>
            </a:r>
          </a:p>
          <a:p>
            <a:pPr marL="0" indent="0">
              <a:spcBef>
                <a:spcPts val="2500"/>
              </a:spcBef>
              <a:spcAft>
                <a:spcPts val="600"/>
              </a:spcAft>
              <a:buFont typeface="+mj-lt"/>
              <a:buNone/>
            </a:pPr>
            <a:r>
              <a:rPr lang="en-US" sz="1400" b="1"/>
              <a:t>Mesures de tendance et de dispersion</a:t>
            </a:r>
          </a:p>
          <a:p>
            <a:pPr marL="0" lvl="1" indent="0">
              <a:spcBef>
                <a:spcPts val="1000"/>
              </a:spcBef>
              <a:spcAft>
                <a:spcPts val="600"/>
              </a:spcAft>
              <a:buFont typeface="+mj-lt"/>
              <a:buNone/>
            </a:pPr>
            <a:r>
              <a:rPr lang="en-US" sz="1400"/>
              <a:t>La moyenne, la médiane, l’écart-type et l’IQR fournissent des informations clés sur le comportement et la variabilité des données.</a:t>
            </a:r>
          </a:p>
          <a:p>
            <a:pPr marL="0" indent="0">
              <a:spcBef>
                <a:spcPts val="2500"/>
              </a:spcBef>
              <a:spcAft>
                <a:spcPts val="600"/>
              </a:spcAft>
              <a:buFont typeface="+mj-lt"/>
              <a:buNone/>
            </a:pPr>
            <a:r>
              <a:rPr lang="en-US" sz="1400" b="1"/>
              <a:t>Analyse de l’asymétrie et kurtosis</a:t>
            </a:r>
          </a:p>
          <a:p>
            <a:pPr marL="0" lvl="1" indent="0">
              <a:spcBef>
                <a:spcPts val="1000"/>
              </a:spcBef>
              <a:spcAft>
                <a:spcPts val="600"/>
              </a:spcAft>
              <a:buFont typeface="+mj-lt"/>
              <a:buNone/>
            </a:pPr>
            <a:r>
              <a:rPr lang="en-US" sz="1400"/>
              <a:t>La skewness et la kurtosis aident à détecter les déformations des distributions nécessitant des transformations avant modélisation.</a:t>
            </a:r>
          </a:p>
          <a:p>
            <a:pPr marL="0" indent="0">
              <a:spcBef>
                <a:spcPts val="2500"/>
              </a:spcBef>
              <a:spcAft>
                <a:spcPts val="600"/>
              </a:spcAft>
              <a:buFont typeface="+mj-lt"/>
              <a:buNone/>
            </a:pPr>
            <a:r>
              <a:rPr lang="en-US" sz="1400" b="1"/>
              <a:t>Identification des variables peu informatives</a:t>
            </a:r>
          </a:p>
          <a:p>
            <a:pPr marL="0" lvl="1" indent="0">
              <a:spcBef>
                <a:spcPts val="1000"/>
              </a:spcBef>
              <a:spcAft>
                <a:spcPts val="600"/>
              </a:spcAft>
              <a:buFont typeface="+mj-lt"/>
              <a:buNone/>
            </a:pPr>
            <a:r>
              <a:rPr lang="en-US" sz="1400"/>
              <a:t>Détecter les variables quasi constantes ou faiblement variables permet d’optimiser le pipeline en supprimant les données inutiles.</a:t>
            </a:r>
          </a:p>
        </p:txBody>
      </p:sp>
      <p:pic>
        <p:nvPicPr>
          <p:cNvPr id="4" name="Content Placeholder 3" descr="Graphiques et graphiques Analyse des données financières Veuillez voir quelques images similaires prises sur ma boîte lumineuse :">
            <a:extLst>
              <a:ext uri="{FF2B5EF4-FFF2-40B4-BE49-F238E27FC236}">
                <a16:creationId xmlns:a16="http://schemas.microsoft.com/office/drawing/2014/main" id="{5046B701-3864-4D62-B0C3-C99EDE120401}"/>
              </a:ext>
            </a:extLst>
          </p:cNvPr>
          <p:cNvPicPr>
            <a:picLocks noGrp="1" noChangeAspect="1"/>
          </p:cNvPicPr>
          <p:nvPr>
            <p:ph idx="4294967295"/>
          </p:nvPr>
        </p:nvPicPr>
        <p:blipFill>
          <a:blip r:embed="rId3"/>
          <a:srcRect l="5005" r="13283" b="1"/>
          <a:stretch>
            <a:fillRect/>
          </a:stretch>
        </p:blipFill>
        <p:spPr>
          <a:xfrm>
            <a:off x="6096046" y="1923521"/>
            <a:ext cx="5905546" cy="4824113"/>
          </a:xfrm>
        </p:spPr>
      </p:pic>
    </p:spTree>
    <p:extLst>
      <p:ext uri="{BB962C8B-B14F-4D97-AF65-F5344CB8AC3E}">
        <p14:creationId xmlns:p14="http://schemas.microsoft.com/office/powerpoint/2010/main" val="2123944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4BE8-56BF-E8EF-6A4D-9756D28FE95E}"/>
              </a:ext>
            </a:extLst>
          </p:cNvPr>
          <p:cNvSpPr>
            <a:spLocks noGrp="1"/>
          </p:cNvSpPr>
          <p:nvPr>
            <p:ph type="title"/>
          </p:nvPr>
        </p:nvSpPr>
        <p:spPr>
          <a:xfrm>
            <a:off x="-18288" y="644663"/>
            <a:ext cx="12001592" cy="1088358"/>
          </a:xfrm>
        </p:spPr>
        <p:txBody>
          <a:bodyPr anchor="ctr">
            <a:normAutofit/>
          </a:bodyPr>
          <a:lstStyle/>
          <a:p>
            <a:r>
              <a:rPr lang="en-US" sz="4300"/>
              <a:t>Analyse bivariée : relations avec la variable cible</a:t>
            </a:r>
          </a:p>
        </p:txBody>
      </p:sp>
      <p:sp>
        <p:nvSpPr>
          <p:cNvPr id="5" name="TextBox 4">
            <a:extLst>
              <a:ext uri="{FF2B5EF4-FFF2-40B4-BE49-F238E27FC236}">
                <a16:creationId xmlns:a16="http://schemas.microsoft.com/office/drawing/2014/main" id="{CF99E9F2-201C-42F5-92EB-793FF32364F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a:normAutofit/>
          </a:bodyPr>
          <a:lstStyle/>
          <a:p>
            <a:pPr marL="0" indent="0">
              <a:lnSpc>
                <a:spcPct val="90000"/>
              </a:lnSpc>
              <a:spcBef>
                <a:spcPts val="2500"/>
              </a:spcBef>
              <a:spcAft>
                <a:spcPts val="600"/>
              </a:spcAft>
              <a:buFont typeface="+mj-lt"/>
              <a:buNone/>
            </a:pPr>
            <a:r>
              <a:rPr lang="en-US" sz="1400" b="1"/>
              <a:t>Analyse des variables numériques</a:t>
            </a:r>
          </a:p>
          <a:p>
            <a:pPr marL="0" lvl="1" indent="0">
              <a:lnSpc>
                <a:spcPct val="90000"/>
              </a:lnSpc>
              <a:spcBef>
                <a:spcPts val="1000"/>
              </a:spcBef>
              <a:spcAft>
                <a:spcPts val="600"/>
              </a:spcAft>
              <a:buFont typeface="+mj-lt"/>
              <a:buNone/>
            </a:pPr>
            <a:r>
              <a:rPr lang="en-US" sz="1400"/>
              <a:t>Les heatmaps et scatterplots permettent d’identifier les relations linéaires et non linéaires entre variables numériques et la cible.</a:t>
            </a:r>
          </a:p>
          <a:p>
            <a:pPr marL="0" indent="0">
              <a:lnSpc>
                <a:spcPct val="90000"/>
              </a:lnSpc>
              <a:spcBef>
                <a:spcPts val="2500"/>
              </a:spcBef>
              <a:spcAft>
                <a:spcPts val="600"/>
              </a:spcAft>
              <a:buFont typeface="+mj-lt"/>
              <a:buNone/>
            </a:pPr>
            <a:r>
              <a:rPr lang="en-US" sz="1400" b="1"/>
              <a:t>Analyse des variables catégorielles</a:t>
            </a:r>
          </a:p>
          <a:p>
            <a:pPr marL="0" lvl="1" indent="0">
              <a:lnSpc>
                <a:spcPct val="90000"/>
              </a:lnSpc>
              <a:spcBef>
                <a:spcPts val="1000"/>
              </a:spcBef>
              <a:spcAft>
                <a:spcPts val="600"/>
              </a:spcAft>
              <a:buFont typeface="+mj-lt"/>
              <a:buNone/>
            </a:pPr>
            <a:r>
              <a:rPr lang="en-US" sz="1400"/>
              <a:t>Les tableaux croisés dynamiques et diagrammes en barres montrent les associations pertinentes entre classes catégorielles et variable cible.</a:t>
            </a:r>
          </a:p>
          <a:p>
            <a:pPr marL="0" indent="0">
              <a:lnSpc>
                <a:spcPct val="90000"/>
              </a:lnSpc>
              <a:spcBef>
                <a:spcPts val="2500"/>
              </a:spcBef>
              <a:spcAft>
                <a:spcPts val="600"/>
              </a:spcAft>
              <a:buFont typeface="+mj-lt"/>
              <a:buNone/>
            </a:pPr>
            <a:r>
              <a:rPr lang="en-US" sz="1400" b="1"/>
              <a:t>Multicolinéarité et redondance</a:t>
            </a:r>
          </a:p>
          <a:p>
            <a:pPr marL="0" lvl="1" indent="0">
              <a:lnSpc>
                <a:spcPct val="90000"/>
              </a:lnSpc>
              <a:spcBef>
                <a:spcPts val="1000"/>
              </a:spcBef>
              <a:spcAft>
                <a:spcPts val="600"/>
              </a:spcAft>
              <a:buFont typeface="+mj-lt"/>
              <a:buNone/>
            </a:pPr>
            <a:r>
              <a:rPr lang="en-US" sz="1400"/>
              <a:t>L’analyse de la multicolinéarité identifie les variables redondantes pouvant nuire aux modèles prédictifs via matrices et VIF.</a:t>
            </a:r>
          </a:p>
          <a:p>
            <a:pPr marL="0" indent="0">
              <a:lnSpc>
                <a:spcPct val="90000"/>
              </a:lnSpc>
              <a:spcBef>
                <a:spcPts val="2500"/>
              </a:spcBef>
              <a:spcAft>
                <a:spcPts val="600"/>
              </a:spcAft>
              <a:buFont typeface="+mj-lt"/>
              <a:buNone/>
            </a:pPr>
            <a:r>
              <a:rPr lang="en-US" sz="1400" b="1"/>
              <a:t>Interactions complexes entre variables</a:t>
            </a:r>
          </a:p>
          <a:p>
            <a:pPr marL="0" lvl="1" indent="0">
              <a:lnSpc>
                <a:spcPct val="90000"/>
              </a:lnSpc>
              <a:spcBef>
                <a:spcPts val="1000"/>
              </a:spcBef>
              <a:spcAft>
                <a:spcPts val="600"/>
              </a:spcAft>
              <a:buFont typeface="+mj-lt"/>
              <a:buNone/>
            </a:pPr>
            <a:r>
              <a:rPr lang="en-US" sz="1400"/>
              <a:t>Explorer les effets conjoints de variables catégorielles révèle des relations complexes invisibles en analyses univariées.</a:t>
            </a:r>
          </a:p>
        </p:txBody>
      </p:sp>
      <p:pic>
        <p:nvPicPr>
          <p:cNvPr id="4" name="Content Placeholder 3" descr="Interface médicale du futur, un système de gestion des données médicales obtenues en scannant le réseau neuronal du cerveau humain. Grâce aux technologies modernes et à l’aide des réseaux de neurones, il est possible de faire des prédictions et de diagnostiquer des maladies à un stade précoce.">
            <a:extLst>
              <a:ext uri="{FF2B5EF4-FFF2-40B4-BE49-F238E27FC236}">
                <a16:creationId xmlns:a16="http://schemas.microsoft.com/office/drawing/2014/main" id="{1FF426FC-8BF1-4757-B5CD-8906C8503A77}"/>
              </a:ext>
            </a:extLst>
          </p:cNvPr>
          <p:cNvPicPr>
            <a:picLocks noGrp="1" noChangeAspect="1"/>
          </p:cNvPicPr>
          <p:nvPr>
            <p:ph idx="4294967295"/>
          </p:nvPr>
        </p:nvPicPr>
        <p:blipFill>
          <a:blip r:embed="rId3"/>
          <a:srcRect l="15544" r="19881"/>
          <a:stretch>
            <a:fillRect/>
          </a:stretch>
        </p:blipFill>
        <p:spPr>
          <a:xfrm>
            <a:off x="6096046" y="1923521"/>
            <a:ext cx="5905546" cy="4824113"/>
          </a:xfrm>
        </p:spPr>
      </p:pic>
    </p:spTree>
    <p:extLst>
      <p:ext uri="{BB962C8B-B14F-4D97-AF65-F5344CB8AC3E}">
        <p14:creationId xmlns:p14="http://schemas.microsoft.com/office/powerpoint/2010/main" val="2145233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397544-9D88-94BF-89D8-DF09AFE4CF97}"/>
              </a:ext>
            </a:extLst>
          </p:cNvPr>
          <p:cNvSpPr>
            <a:spLocks noGrp="1"/>
          </p:cNvSpPr>
          <p:nvPr>
            <p:ph type="title"/>
          </p:nvPr>
        </p:nvSpPr>
        <p:spPr>
          <a:xfrm>
            <a:off x="0" y="2139696"/>
            <a:ext cx="8071011" cy="4718304"/>
          </a:xfrm>
        </p:spPr>
        <p:txBody>
          <a:bodyPr anchor="b">
            <a:normAutofit/>
          </a:bodyPr>
          <a:lstStyle/>
          <a:p>
            <a:r>
              <a:rPr lang="en-US"/>
              <a:t>Préparation des Données et Feature Engineering</a:t>
            </a:r>
          </a:p>
        </p:txBody>
      </p:sp>
    </p:spTree>
    <p:extLst>
      <p:ext uri="{BB962C8B-B14F-4D97-AF65-F5344CB8AC3E}">
        <p14:creationId xmlns:p14="http://schemas.microsoft.com/office/powerpoint/2010/main" val="18174167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CD78-14D7-EFF6-8637-B52E86217FE5}"/>
              </a:ext>
            </a:extLst>
          </p:cNvPr>
          <p:cNvSpPr>
            <a:spLocks noGrp="1"/>
          </p:cNvSpPr>
          <p:nvPr>
            <p:ph type="title"/>
          </p:nvPr>
        </p:nvSpPr>
        <p:spPr>
          <a:xfrm>
            <a:off x="-18288" y="644663"/>
            <a:ext cx="12001592" cy="1088358"/>
          </a:xfrm>
        </p:spPr>
        <p:txBody>
          <a:bodyPr anchor="ctr">
            <a:normAutofit/>
          </a:bodyPr>
          <a:lstStyle/>
          <a:p>
            <a:r>
              <a:rPr lang="en-US" sz="3900"/>
              <a:t>Nettoyage, imputation et transformations préliminaires</a:t>
            </a:r>
          </a:p>
        </p:txBody>
      </p:sp>
      <p:sp>
        <p:nvSpPr>
          <p:cNvPr id="5" name="TextBox 4">
            <a:extLst>
              <a:ext uri="{FF2B5EF4-FFF2-40B4-BE49-F238E27FC236}">
                <a16:creationId xmlns:a16="http://schemas.microsoft.com/office/drawing/2014/main" id="{6CF1D200-9F5A-4B8C-B66E-ACD934A8C2F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lIns="91440" tIns="45720" rIns="91440" bIns="45720" anchor="t">
            <a:normAutofit/>
          </a:bodyPr>
          <a:lstStyle/>
          <a:p>
            <a:pPr marL="0" indent="0">
              <a:spcBef>
                <a:spcPts val="2500"/>
              </a:spcBef>
              <a:spcAft>
                <a:spcPts val="600"/>
              </a:spcAft>
              <a:buFont typeface="+mj-lt"/>
              <a:buNone/>
            </a:pPr>
            <a:r>
              <a:rPr lang="en-US" sz="1300" b="1" dirty="0"/>
              <a:t>Gestion des </a:t>
            </a:r>
            <a:r>
              <a:rPr lang="en-US" sz="1300" b="1" dirty="0" err="1"/>
              <a:t>valeurs</a:t>
            </a:r>
            <a:r>
              <a:rPr lang="en-US" sz="1300" b="1" dirty="0"/>
              <a:t> </a:t>
            </a:r>
            <a:r>
              <a:rPr lang="en-US" sz="1300" b="1" dirty="0" err="1"/>
              <a:t>manquantes</a:t>
            </a:r>
            <a:endParaRPr lang="en-US" sz="1300" b="1" dirty="0"/>
          </a:p>
          <a:p>
            <a:pPr marL="0" lvl="1">
              <a:spcBef>
                <a:spcPts val="1000"/>
              </a:spcBef>
              <a:spcAft>
                <a:spcPts val="600"/>
              </a:spcAft>
            </a:pPr>
            <a:r>
              <a:rPr lang="en-US" sz="1300" dirty="0"/>
              <a:t>Pour les variables </a:t>
            </a:r>
            <a:r>
              <a:rPr lang="en-US" sz="1300" dirty="0" err="1"/>
              <a:t>numériques</a:t>
            </a:r>
            <a:r>
              <a:rPr lang="en-US" sz="1300" dirty="0"/>
              <a:t> </a:t>
            </a:r>
            <a:r>
              <a:rPr lang="en-US" sz="1300" dirty="0" err="1"/>
              <a:t>manquantes</a:t>
            </a:r>
            <a:r>
              <a:rPr lang="en-US" sz="1300" dirty="0"/>
              <a:t>, la </a:t>
            </a:r>
            <a:r>
              <a:rPr lang="en-US" sz="1300" dirty="0" err="1"/>
              <a:t>médiane</a:t>
            </a:r>
            <a:r>
              <a:rPr lang="en-US" sz="1300" dirty="0"/>
              <a:t> a </a:t>
            </a:r>
            <a:r>
              <a:rPr lang="en-US" sz="1300" dirty="0" err="1"/>
              <a:t>été</a:t>
            </a:r>
            <a:r>
              <a:rPr lang="en-US" sz="1300" dirty="0"/>
              <a:t> </a:t>
            </a:r>
            <a:r>
              <a:rPr lang="en-US" sz="1300" dirty="0" err="1"/>
              <a:t>utilisée</a:t>
            </a:r>
            <a:r>
              <a:rPr lang="en-US" sz="1300" dirty="0"/>
              <a:t> pour </a:t>
            </a:r>
            <a:r>
              <a:rPr lang="en-US" sz="1300" dirty="0" err="1"/>
              <a:t>l'imputation</a:t>
            </a:r>
            <a:r>
              <a:rPr lang="en-US" sz="1300" dirty="0"/>
              <a:t> </a:t>
            </a:r>
            <a:r>
              <a:rPr lang="en-US" sz="1300" dirty="0" err="1"/>
              <a:t>tandis</a:t>
            </a:r>
            <a:r>
              <a:rPr lang="en-US" sz="1300" dirty="0"/>
              <a:t> </a:t>
            </a:r>
            <a:r>
              <a:rPr lang="en-US" sz="1300" dirty="0" err="1"/>
              <a:t>que</a:t>
            </a:r>
            <a:r>
              <a:rPr lang="en-US" sz="1300" dirty="0"/>
              <a:t> pour les variables </a:t>
            </a:r>
            <a:r>
              <a:rPr lang="en-US" sz="1300" dirty="0" err="1"/>
              <a:t>catégorielles</a:t>
            </a:r>
            <a:r>
              <a:rPr lang="en-US" sz="1300" dirty="0"/>
              <a:t>, la </a:t>
            </a:r>
            <a:r>
              <a:rPr lang="en-US" sz="1300" dirty="0" err="1"/>
              <a:t>modalité</a:t>
            </a:r>
            <a:r>
              <a:rPr lang="en-US" sz="1300" dirty="0"/>
              <a:t> "None" a </a:t>
            </a:r>
            <a:r>
              <a:rPr lang="en-US" sz="1300" dirty="0" err="1"/>
              <a:t>été</a:t>
            </a:r>
            <a:r>
              <a:rPr lang="en-US" sz="1300" dirty="0"/>
              <a:t> </a:t>
            </a:r>
            <a:r>
              <a:rPr lang="en-US" sz="1300" dirty="0" err="1"/>
              <a:t>utilisée</a:t>
            </a:r>
            <a:r>
              <a:rPr lang="en-US" sz="1300" dirty="0"/>
              <a:t> pour </a:t>
            </a:r>
            <a:r>
              <a:rPr lang="en-US" sz="1300" dirty="0" err="1"/>
              <a:t>l'imputation</a:t>
            </a:r>
            <a:r>
              <a:rPr lang="en-US" sz="1300" dirty="0"/>
              <a:t>.</a:t>
            </a:r>
          </a:p>
          <a:p>
            <a:pPr marL="0" indent="0">
              <a:spcBef>
                <a:spcPts val="2500"/>
              </a:spcBef>
              <a:spcAft>
                <a:spcPts val="600"/>
              </a:spcAft>
              <a:buFont typeface="+mj-lt"/>
              <a:buNone/>
            </a:pPr>
            <a:endParaRPr lang="en-US" sz="1300" b="1"/>
          </a:p>
          <a:p>
            <a:pPr marL="0" indent="0">
              <a:spcBef>
                <a:spcPts val="2500"/>
              </a:spcBef>
              <a:spcAft>
                <a:spcPts val="600"/>
              </a:spcAft>
              <a:buFont typeface="+mj-lt"/>
              <a:buNone/>
            </a:pPr>
            <a:r>
              <a:rPr lang="en-US" sz="1300" b="1" dirty="0" err="1"/>
              <a:t>Harmonisation</a:t>
            </a:r>
            <a:r>
              <a:rPr lang="en-US" sz="1300" b="1" dirty="0"/>
              <a:t> et documentation</a:t>
            </a:r>
          </a:p>
          <a:p>
            <a:pPr marL="0" lvl="1" indent="0">
              <a:spcBef>
                <a:spcPts val="1000"/>
              </a:spcBef>
              <a:spcAft>
                <a:spcPts val="600"/>
              </a:spcAft>
              <a:buFont typeface="+mj-lt"/>
              <a:buNone/>
            </a:pPr>
            <a:r>
              <a:rPr lang="en-US" sz="1300" dirty="0"/>
              <a:t>Correction des </a:t>
            </a:r>
            <a:r>
              <a:rPr lang="en-US" sz="1300" dirty="0" err="1"/>
              <a:t>incohérences</a:t>
            </a:r>
            <a:r>
              <a:rPr lang="en-US" sz="1300" dirty="0"/>
              <a:t>, suppression des </a:t>
            </a:r>
            <a:r>
              <a:rPr lang="en-US" sz="1300" dirty="0" err="1"/>
              <a:t>doublons</a:t>
            </a:r>
            <a:r>
              <a:rPr lang="en-US" sz="1300" dirty="0"/>
              <a:t> et documentation pour </a:t>
            </a:r>
            <a:r>
              <a:rPr lang="en-US" sz="1300" dirty="0" err="1"/>
              <a:t>garantir</a:t>
            </a:r>
            <a:r>
              <a:rPr lang="en-US" sz="1300" dirty="0"/>
              <a:t> </a:t>
            </a:r>
            <a:r>
              <a:rPr lang="en-US" sz="1300" dirty="0" err="1"/>
              <a:t>cohérence</a:t>
            </a:r>
            <a:r>
              <a:rPr lang="en-US" sz="1300" dirty="0"/>
              <a:t> et </a:t>
            </a:r>
            <a:r>
              <a:rPr lang="en-US" sz="1300" dirty="0" err="1"/>
              <a:t>reproductibilité</a:t>
            </a:r>
            <a:r>
              <a:rPr lang="en-US" sz="1300" dirty="0"/>
              <a:t> du pipeline.</a:t>
            </a:r>
          </a:p>
        </p:txBody>
      </p:sp>
      <p:pic>
        <p:nvPicPr>
          <p:cNvPr id="4" name="Content Placeholder 3" descr="Concept d’informatique en nuage isolé sur fond blanc">
            <a:extLst>
              <a:ext uri="{FF2B5EF4-FFF2-40B4-BE49-F238E27FC236}">
                <a16:creationId xmlns:a16="http://schemas.microsoft.com/office/drawing/2014/main" id="{8034297B-5253-42FF-A4A5-DD9126463B4D}"/>
              </a:ext>
            </a:extLst>
          </p:cNvPr>
          <p:cNvPicPr>
            <a:picLocks noGrp="1" noChangeAspect="1"/>
          </p:cNvPicPr>
          <p:nvPr>
            <p:ph idx="4294967295"/>
          </p:nvPr>
        </p:nvPicPr>
        <p:blipFill>
          <a:blip r:embed="rId3"/>
          <a:srcRect l="3084" r="5101" b="-2"/>
          <a:stretch>
            <a:fillRect/>
          </a:stretch>
        </p:blipFill>
        <p:spPr>
          <a:xfrm>
            <a:off x="6096046" y="1923521"/>
            <a:ext cx="5905546" cy="4824113"/>
          </a:xfrm>
        </p:spPr>
      </p:pic>
    </p:spTree>
    <p:extLst>
      <p:ext uri="{BB962C8B-B14F-4D97-AF65-F5344CB8AC3E}">
        <p14:creationId xmlns:p14="http://schemas.microsoft.com/office/powerpoint/2010/main" val="97167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75A2F-4E51-34EC-6CA4-A8249D0B9C11}"/>
              </a:ext>
            </a:extLst>
          </p:cNvPr>
          <p:cNvSpPr>
            <a:spLocks noGrp="1"/>
          </p:cNvSpPr>
          <p:nvPr>
            <p:ph type="title"/>
          </p:nvPr>
        </p:nvSpPr>
        <p:spPr>
          <a:xfrm>
            <a:off x="-18288" y="644663"/>
            <a:ext cx="12001592" cy="1088358"/>
          </a:xfrm>
        </p:spPr>
        <p:txBody>
          <a:bodyPr anchor="ctr">
            <a:normAutofit/>
          </a:bodyPr>
          <a:lstStyle/>
          <a:p>
            <a:r>
              <a:rPr lang="en-US" sz="3900"/>
              <a:t>Encodage, normalisation et création de nouvelles variables</a:t>
            </a:r>
          </a:p>
        </p:txBody>
      </p:sp>
      <p:sp>
        <p:nvSpPr>
          <p:cNvPr id="5" name="TextBox 4">
            <a:extLst>
              <a:ext uri="{FF2B5EF4-FFF2-40B4-BE49-F238E27FC236}">
                <a16:creationId xmlns:a16="http://schemas.microsoft.com/office/drawing/2014/main" id="{B62C6EAF-6297-4EDE-BF43-9D726BCB09E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lIns="91440" tIns="45720" rIns="91440" bIns="45720" anchor="t">
            <a:normAutofit/>
          </a:bodyPr>
          <a:lstStyle/>
          <a:p>
            <a:pPr marL="0" indent="0">
              <a:lnSpc>
                <a:spcPct val="90000"/>
              </a:lnSpc>
              <a:spcBef>
                <a:spcPts val="2500"/>
              </a:spcBef>
              <a:spcAft>
                <a:spcPts val="600"/>
              </a:spcAft>
              <a:buFont typeface="+mj-lt"/>
              <a:buNone/>
            </a:pPr>
            <a:r>
              <a:rPr lang="en-US" sz="1400" b="1" dirty="0" err="1"/>
              <a:t>Encodage</a:t>
            </a:r>
            <a:r>
              <a:rPr lang="en-US" sz="1400" b="1" dirty="0"/>
              <a:t> des variables </a:t>
            </a:r>
            <a:r>
              <a:rPr lang="en-US" sz="1400" b="1" dirty="0" err="1"/>
              <a:t>catégorielles</a:t>
            </a:r>
            <a:endParaRPr lang="en-US" sz="1400" b="1" dirty="0"/>
          </a:p>
          <a:p>
            <a:pPr marL="0" lvl="1">
              <a:lnSpc>
                <a:spcPct val="90000"/>
              </a:lnSpc>
              <a:spcBef>
                <a:spcPts val="1000"/>
              </a:spcBef>
              <a:spcAft>
                <a:spcPts val="600"/>
              </a:spcAft>
            </a:pPr>
            <a:r>
              <a:rPr lang="en-US" sz="1400" dirty="0"/>
              <a:t>Le one-hot encoding est </a:t>
            </a:r>
            <a:r>
              <a:rPr lang="en-US" sz="1400" err="1"/>
              <a:t>utilisé</a:t>
            </a:r>
            <a:r>
              <a:rPr lang="en-US" sz="1400" dirty="0"/>
              <a:t> pour les variables </a:t>
            </a:r>
            <a:r>
              <a:rPr lang="en-US" sz="1400" err="1"/>
              <a:t>catégorielles</a:t>
            </a:r>
            <a:r>
              <a:rPr lang="en-US" sz="1400" dirty="0"/>
              <a:t> </a:t>
            </a:r>
            <a:r>
              <a:rPr lang="en-US" sz="1400" err="1"/>
              <a:t>ayant</a:t>
            </a:r>
            <a:r>
              <a:rPr lang="en-US" sz="1400" dirty="0"/>
              <a:t> un maximum de 14 </a:t>
            </a:r>
            <a:r>
              <a:rPr lang="en-US" sz="1400" err="1"/>
              <a:t>modalitées</a:t>
            </a:r>
            <a:r>
              <a:rPr lang="en-US" sz="1400" dirty="0"/>
              <a:t>, </a:t>
            </a:r>
            <a:r>
              <a:rPr lang="en-US" sz="1400" err="1"/>
              <a:t>tandis</a:t>
            </a:r>
            <a:r>
              <a:rPr lang="en-US" sz="1400" dirty="0"/>
              <a:t> </a:t>
            </a:r>
            <a:r>
              <a:rPr lang="en-US" sz="1400" err="1"/>
              <a:t>que</a:t>
            </a:r>
            <a:r>
              <a:rPr lang="en-US" sz="1400" dirty="0"/>
              <a:t> le target encoding a </a:t>
            </a:r>
            <a:r>
              <a:rPr lang="en-US" sz="1400" err="1"/>
              <a:t>été</a:t>
            </a:r>
            <a:r>
              <a:rPr lang="en-US" sz="1400" dirty="0"/>
              <a:t> </a:t>
            </a:r>
            <a:r>
              <a:rPr lang="en-US" sz="1400" err="1"/>
              <a:t>utilisée</a:t>
            </a:r>
            <a:r>
              <a:rPr lang="en-US" sz="1400" dirty="0"/>
              <a:t> pour les variables </a:t>
            </a:r>
            <a:r>
              <a:rPr lang="en-US" sz="1400" err="1"/>
              <a:t>ayant</a:t>
            </a:r>
            <a:r>
              <a:rPr lang="en-US" sz="1400" dirty="0"/>
              <a:t>  au </a:t>
            </a:r>
            <a:r>
              <a:rPr lang="en-US" sz="1400" err="1"/>
              <a:t>moins</a:t>
            </a:r>
            <a:r>
              <a:rPr lang="en-US" sz="1400" dirty="0"/>
              <a:t> 15 </a:t>
            </a:r>
            <a:r>
              <a:rPr lang="en-US" sz="1400" err="1"/>
              <a:t>modalités</a:t>
            </a:r>
            <a:r>
              <a:rPr lang="en-US" sz="1400" dirty="0"/>
              <a:t>. Les variables </a:t>
            </a:r>
            <a:r>
              <a:rPr lang="en-US" sz="1400" err="1"/>
              <a:t>catégorielles</a:t>
            </a:r>
            <a:r>
              <a:rPr lang="en-US" sz="1400" dirty="0"/>
              <a:t> </a:t>
            </a:r>
            <a:r>
              <a:rPr lang="en-US" sz="1400" err="1"/>
              <a:t>ordinales</a:t>
            </a:r>
            <a:r>
              <a:rPr lang="en-US" sz="1400" dirty="0"/>
              <a:t> </a:t>
            </a:r>
            <a:r>
              <a:rPr lang="en-US" sz="1400" err="1"/>
              <a:t>ont</a:t>
            </a:r>
            <a:r>
              <a:rPr lang="en-US" sz="1400" dirty="0"/>
              <a:t> </a:t>
            </a:r>
            <a:r>
              <a:rPr lang="en-US" sz="1400" err="1"/>
              <a:t>été</a:t>
            </a:r>
            <a:r>
              <a:rPr lang="en-US" sz="1400" dirty="0"/>
              <a:t> </a:t>
            </a:r>
            <a:r>
              <a:rPr lang="en-US" sz="1400" err="1"/>
              <a:t>encodées</a:t>
            </a:r>
            <a:r>
              <a:rPr lang="en-US" sz="1400"/>
              <a:t> via le label encoding.</a:t>
            </a:r>
          </a:p>
          <a:p>
            <a:pPr marL="0" indent="0">
              <a:lnSpc>
                <a:spcPct val="90000"/>
              </a:lnSpc>
              <a:spcBef>
                <a:spcPts val="2500"/>
              </a:spcBef>
              <a:spcAft>
                <a:spcPts val="600"/>
              </a:spcAft>
              <a:buFont typeface="+mj-lt"/>
              <a:buNone/>
            </a:pPr>
            <a:r>
              <a:rPr lang="en-US" sz="1400" b="1" dirty="0" err="1"/>
              <a:t>Normalisation</a:t>
            </a:r>
            <a:r>
              <a:rPr lang="en-US" sz="1400" b="1" dirty="0"/>
              <a:t> et </a:t>
            </a:r>
            <a:r>
              <a:rPr lang="en-US" sz="1400" b="1" dirty="0" err="1"/>
              <a:t>standardisation</a:t>
            </a:r>
            <a:endParaRPr lang="en-US" sz="1400" b="1" dirty="0"/>
          </a:p>
          <a:p>
            <a:pPr marL="0" lvl="1">
              <a:lnSpc>
                <a:spcPct val="90000"/>
              </a:lnSpc>
              <a:spcBef>
                <a:spcPts val="1000"/>
              </a:spcBef>
              <a:spcAft>
                <a:spcPts val="600"/>
              </a:spcAft>
            </a:pPr>
            <a:r>
              <a:rPr lang="en-US" sz="1400" dirty="0"/>
              <a:t>La </a:t>
            </a:r>
            <a:r>
              <a:rPr lang="en-US" sz="1400" err="1"/>
              <a:t>normalisation</a:t>
            </a:r>
            <a:r>
              <a:rPr lang="en-US" sz="1400" dirty="0"/>
              <a:t> est </a:t>
            </a:r>
            <a:r>
              <a:rPr lang="en-US" sz="1400" err="1"/>
              <a:t>cruciale</a:t>
            </a:r>
            <a:r>
              <a:rPr lang="en-US" sz="1400" dirty="0"/>
              <a:t> pour les </a:t>
            </a:r>
            <a:r>
              <a:rPr lang="en-US" sz="1400" err="1"/>
              <a:t>algorithmes</a:t>
            </a:r>
            <a:r>
              <a:rPr lang="en-US" sz="1400" dirty="0"/>
              <a:t> </a:t>
            </a:r>
            <a:r>
              <a:rPr lang="en-US" sz="1400" err="1"/>
              <a:t>sensibles</a:t>
            </a:r>
            <a:r>
              <a:rPr lang="en-US" sz="1400" dirty="0"/>
              <a:t> aux distances </a:t>
            </a:r>
            <a:r>
              <a:rPr lang="en-US" sz="1400" err="1"/>
              <a:t>comme</a:t>
            </a:r>
            <a:r>
              <a:rPr lang="en-US" sz="1400" dirty="0"/>
              <a:t> SVM et KNN, </a:t>
            </a:r>
            <a:r>
              <a:rPr lang="en-US" sz="1400" err="1"/>
              <a:t>garantissant</a:t>
            </a:r>
            <a:r>
              <a:rPr lang="en-US" sz="1400" dirty="0"/>
              <a:t> des données comparables. La variable "</a:t>
            </a:r>
            <a:r>
              <a:rPr lang="en-US" sz="1400" err="1"/>
              <a:t>SalePrice</a:t>
            </a:r>
            <a:r>
              <a:rPr lang="en-US" sz="1400" dirty="0"/>
              <a:t>" a fait </a:t>
            </a:r>
            <a:r>
              <a:rPr lang="en-US" sz="1400" err="1"/>
              <a:t>l'objet</a:t>
            </a:r>
            <a:r>
              <a:rPr lang="en-US" sz="1400" dirty="0"/>
              <a:t> </a:t>
            </a:r>
            <a:r>
              <a:rPr lang="en-US" sz="1400" err="1"/>
              <a:t>d'une</a:t>
            </a:r>
            <a:r>
              <a:rPr lang="en-US" sz="1400" dirty="0"/>
              <a:t> transformation </a:t>
            </a:r>
            <a:r>
              <a:rPr lang="en-US" sz="1400" err="1"/>
              <a:t>logarithmique</a:t>
            </a:r>
            <a:r>
              <a:rPr lang="en-US" sz="1400" dirty="0"/>
              <a:t> avant le target encodi</a:t>
            </a:r>
            <a:r>
              <a:rPr lang="en-US" sz="1400"/>
              <a:t>ng.</a:t>
            </a:r>
          </a:p>
          <a:p>
            <a:pPr marL="0" indent="0">
              <a:lnSpc>
                <a:spcPct val="90000"/>
              </a:lnSpc>
              <a:spcBef>
                <a:spcPts val="2500"/>
              </a:spcBef>
              <a:spcAft>
                <a:spcPts val="600"/>
              </a:spcAft>
              <a:buFont typeface="+mj-lt"/>
              <a:buNone/>
            </a:pPr>
            <a:endParaRPr lang="en-US" sz="1400" b="1" dirty="0"/>
          </a:p>
          <a:p>
            <a:pPr marL="0" indent="0">
              <a:lnSpc>
                <a:spcPct val="90000"/>
              </a:lnSpc>
              <a:spcBef>
                <a:spcPts val="2500"/>
              </a:spcBef>
              <a:spcAft>
                <a:spcPts val="600"/>
              </a:spcAft>
              <a:buFont typeface="+mj-lt"/>
              <a:buNone/>
            </a:pPr>
            <a:endParaRPr lang="en-US" sz="1400" b="1"/>
          </a:p>
        </p:txBody>
      </p:sp>
      <p:pic>
        <p:nvPicPr>
          <p:cNvPr id="4" name="Content Placeholder 3" descr="Abstract 3D illustration.">
            <a:extLst>
              <a:ext uri="{FF2B5EF4-FFF2-40B4-BE49-F238E27FC236}">
                <a16:creationId xmlns:a16="http://schemas.microsoft.com/office/drawing/2014/main" id="{C9D3EB76-1AFF-453C-B658-8CB43B2A77DC}"/>
              </a:ext>
            </a:extLst>
          </p:cNvPr>
          <p:cNvPicPr>
            <a:picLocks noGrp="1" noChangeAspect="1"/>
          </p:cNvPicPr>
          <p:nvPr>
            <p:ph idx="4294967295"/>
          </p:nvPr>
        </p:nvPicPr>
        <p:blipFill>
          <a:blip r:embed="rId3"/>
          <a:srcRect l="6102" r="2083" b="-2"/>
          <a:stretch>
            <a:fillRect/>
          </a:stretch>
        </p:blipFill>
        <p:spPr>
          <a:xfrm>
            <a:off x="6096046" y="1923521"/>
            <a:ext cx="5905546" cy="4824113"/>
          </a:xfrm>
        </p:spPr>
      </p:pic>
    </p:spTree>
    <p:extLst>
      <p:ext uri="{BB962C8B-B14F-4D97-AF65-F5344CB8AC3E}">
        <p14:creationId xmlns:p14="http://schemas.microsoft.com/office/powerpoint/2010/main" val="3163251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212648-FE69-696E-0986-67C33C69F81D}"/>
              </a:ext>
            </a:extLst>
          </p:cNvPr>
          <p:cNvSpPr>
            <a:spLocks noGrp="1"/>
          </p:cNvSpPr>
          <p:nvPr>
            <p:ph type="title"/>
          </p:nvPr>
        </p:nvSpPr>
        <p:spPr>
          <a:xfrm>
            <a:off x="0" y="2139696"/>
            <a:ext cx="8071011" cy="4718304"/>
          </a:xfrm>
        </p:spPr>
        <p:txBody>
          <a:bodyPr anchor="b">
            <a:normAutofit/>
          </a:bodyPr>
          <a:lstStyle/>
          <a:p>
            <a:r>
              <a:rPr lang="en-US"/>
              <a:t>Modélisation et Évaluation</a:t>
            </a:r>
          </a:p>
        </p:txBody>
      </p:sp>
    </p:spTree>
    <p:extLst>
      <p:ext uri="{BB962C8B-B14F-4D97-AF65-F5344CB8AC3E}">
        <p14:creationId xmlns:p14="http://schemas.microsoft.com/office/powerpoint/2010/main" val="39420709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E9C1-79F6-C332-11A9-D4440CC891CA}"/>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fr" sz="3900" b="0" i="0" kern="1200" spc="-200" baseline="0">
                <a:latin typeface="+mj-lt"/>
                <a:ea typeface="+mj-ea"/>
                <a:cs typeface="+mj-cs"/>
              </a:rPr>
              <a:t>Modèles testés et méthodologie d’entraînement</a:t>
            </a:r>
          </a:p>
        </p:txBody>
      </p:sp>
      <p:sp>
        <p:nvSpPr>
          <p:cNvPr id="5" name="TextBox 4">
            <a:extLst>
              <a:ext uri="{FF2B5EF4-FFF2-40B4-BE49-F238E27FC236}">
                <a16:creationId xmlns:a16="http://schemas.microsoft.com/office/drawing/2014/main" id="{FD25728E-FA0F-4A6B-82C8-348CDE34343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a:normAutofit/>
          </a:bodyPr>
          <a:lstStyle/>
          <a:p>
            <a:pPr marL="0" indent="0">
              <a:lnSpc>
                <a:spcPct val="90000"/>
              </a:lnSpc>
              <a:spcBef>
                <a:spcPts val="2500"/>
              </a:spcBef>
              <a:spcAft>
                <a:spcPts val="600"/>
              </a:spcAft>
              <a:buNone/>
            </a:pPr>
            <a:r>
              <a:rPr lang="en-US" sz="1100" b="1"/>
              <a:t>Familles de modèles étudiées</a:t>
            </a:r>
          </a:p>
          <a:p>
            <a:pPr marL="0" lvl="1" indent="0">
              <a:lnSpc>
                <a:spcPct val="90000"/>
              </a:lnSpc>
              <a:spcBef>
                <a:spcPts val="1000"/>
              </a:spcBef>
              <a:spcAft>
                <a:spcPts val="600"/>
              </a:spcAft>
              <a:buNone/>
            </a:pPr>
            <a:r>
              <a:rPr lang="en-US" sz="1100"/>
              <a:t>Les modèles linéaires offrent simplicité et interprétabilité, tandis que les arbres de décision capturent des relations complexes.</a:t>
            </a:r>
          </a:p>
          <a:p>
            <a:pPr marL="0" indent="0">
              <a:lnSpc>
                <a:spcPct val="90000"/>
              </a:lnSpc>
              <a:spcBef>
                <a:spcPts val="2500"/>
              </a:spcBef>
              <a:spcAft>
                <a:spcPts val="600"/>
              </a:spcAft>
              <a:buNone/>
            </a:pPr>
            <a:r>
              <a:rPr lang="en-US" sz="1100" b="1"/>
              <a:t>Méthodologie d’entraînement</a:t>
            </a:r>
          </a:p>
          <a:p>
            <a:pPr marL="0" lvl="1" indent="0">
              <a:lnSpc>
                <a:spcPct val="90000"/>
              </a:lnSpc>
              <a:spcBef>
                <a:spcPts val="1000"/>
              </a:spcBef>
              <a:spcAft>
                <a:spcPts val="600"/>
              </a:spcAft>
              <a:buNone/>
            </a:pPr>
            <a:r>
              <a:rPr lang="en-US" sz="1100"/>
              <a:t>Utilisation de pipelines pour éviter les fuites de données et validation croisée k-fold pour évaluer la robustesse.</a:t>
            </a:r>
          </a:p>
          <a:p>
            <a:pPr marL="0" indent="0">
              <a:lnSpc>
                <a:spcPct val="90000"/>
              </a:lnSpc>
              <a:spcBef>
                <a:spcPts val="2500"/>
              </a:spcBef>
              <a:spcAft>
                <a:spcPts val="600"/>
              </a:spcAft>
              <a:buNone/>
            </a:pPr>
            <a:r>
              <a:rPr lang="en-US" sz="1100" b="1"/>
              <a:t>Optimisation des hyperparamètres</a:t>
            </a:r>
          </a:p>
          <a:p>
            <a:pPr marL="0" lvl="1" indent="0">
              <a:lnSpc>
                <a:spcPct val="90000"/>
              </a:lnSpc>
              <a:spcBef>
                <a:spcPts val="1000"/>
              </a:spcBef>
              <a:spcAft>
                <a:spcPts val="600"/>
              </a:spcAft>
              <a:buNone/>
            </a:pPr>
            <a:r>
              <a:rPr lang="en-US" sz="1100"/>
              <a:t>Recherche par grille, recherche aléatoire et optimisation bayésienne maximisent la performance des modèles.</a:t>
            </a:r>
          </a:p>
        </p:txBody>
      </p:sp>
      <p:pic>
        <p:nvPicPr>
          <p:cNvPr id="4" name="Content Placeholder 3" descr="Organigramme de dessin femelle">
            <a:extLst>
              <a:ext uri="{FF2B5EF4-FFF2-40B4-BE49-F238E27FC236}">
                <a16:creationId xmlns:a16="http://schemas.microsoft.com/office/drawing/2014/main" id="{C1747DF5-C94F-49BE-82A7-A8D60EFD5AD8}"/>
              </a:ext>
            </a:extLst>
          </p:cNvPr>
          <p:cNvPicPr>
            <a:picLocks noGrp="1" noChangeAspect="1"/>
          </p:cNvPicPr>
          <p:nvPr>
            <p:ph type="pic" idx="1"/>
          </p:nvPr>
        </p:nvPicPr>
        <p:blipFill>
          <a:blip r:embed="rId3"/>
          <a:stretch/>
        </p:blipFill>
        <p:spPr>
          <a:xfrm>
            <a:off x="5366157" y="1594030"/>
            <a:ext cx="6707160" cy="4393189"/>
          </a:xfrm>
        </p:spPr>
      </p:pic>
    </p:spTree>
    <p:extLst>
      <p:ext uri="{BB962C8B-B14F-4D97-AF65-F5344CB8AC3E}">
        <p14:creationId xmlns:p14="http://schemas.microsoft.com/office/powerpoint/2010/main" val="2919207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A09B-86E5-F02B-16DC-9881832DD868}"/>
              </a:ext>
            </a:extLst>
          </p:cNvPr>
          <p:cNvSpPr>
            <a:spLocks noGrp="1"/>
          </p:cNvSpPr>
          <p:nvPr>
            <p:ph type="title"/>
          </p:nvPr>
        </p:nvSpPr>
        <p:spPr>
          <a:xfrm>
            <a:off x="-18288" y="644663"/>
            <a:ext cx="12001592" cy="1088358"/>
          </a:xfrm>
        </p:spPr>
        <p:txBody>
          <a:bodyPr anchor="ctr">
            <a:normAutofit/>
          </a:bodyPr>
          <a:lstStyle/>
          <a:p>
            <a:r>
              <a:rPr lang="en-US" sz="3900"/>
              <a:t>Évaluation, comparaison et sélection du meilleur modèle</a:t>
            </a:r>
          </a:p>
        </p:txBody>
      </p:sp>
      <p:sp>
        <p:nvSpPr>
          <p:cNvPr id="5" name="TextBox 4">
            <a:extLst>
              <a:ext uri="{FF2B5EF4-FFF2-40B4-BE49-F238E27FC236}">
                <a16:creationId xmlns:a16="http://schemas.microsoft.com/office/drawing/2014/main" id="{636D6DB8-3628-46C9-95C1-0531096E831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923521"/>
            <a:ext cx="5905546" cy="4824113"/>
          </a:xfrm>
          <a:prstGeom prst="rect">
            <a:avLst/>
          </a:prstGeom>
        </p:spPr>
        <p:txBody>
          <a:bodyPr>
            <a:normAutofit/>
          </a:bodyPr>
          <a:lstStyle/>
          <a:p>
            <a:pPr marL="0" indent="0">
              <a:spcBef>
                <a:spcPts val="2500"/>
              </a:spcBef>
              <a:spcAft>
                <a:spcPts val="600"/>
              </a:spcAft>
              <a:buFont typeface="+mj-lt"/>
              <a:buNone/>
            </a:pPr>
            <a:r>
              <a:rPr lang="en-US" sz="1400" b="1"/>
              <a:t>Métriques d’évaluation</a:t>
            </a:r>
          </a:p>
          <a:p>
            <a:pPr marL="0" lvl="1" indent="0">
              <a:spcBef>
                <a:spcPts val="1000"/>
              </a:spcBef>
              <a:spcAft>
                <a:spcPts val="600"/>
              </a:spcAft>
              <a:buFont typeface="+mj-lt"/>
              <a:buNone/>
            </a:pPr>
            <a:r>
              <a:rPr lang="en-US" sz="1400"/>
              <a:t>Utiliser des métriques adaptées comme accuracy, F1-score, RMSE pour évaluer la performance selon la tâche.</a:t>
            </a:r>
          </a:p>
          <a:p>
            <a:pPr marL="0" indent="0">
              <a:spcBef>
                <a:spcPts val="2500"/>
              </a:spcBef>
              <a:spcAft>
                <a:spcPts val="600"/>
              </a:spcAft>
              <a:buFont typeface="+mj-lt"/>
              <a:buNone/>
            </a:pPr>
            <a:r>
              <a:rPr lang="en-US" sz="1400" b="1"/>
              <a:t>Comparaison des modèles</a:t>
            </a:r>
          </a:p>
          <a:p>
            <a:pPr marL="0" lvl="1" indent="0">
              <a:spcBef>
                <a:spcPts val="1000"/>
              </a:spcBef>
              <a:spcAft>
                <a:spcPts val="600"/>
              </a:spcAft>
              <a:buFont typeface="+mj-lt"/>
              <a:buNone/>
            </a:pPr>
            <a:r>
              <a:rPr lang="en-US" sz="1400"/>
              <a:t>Comparer modèles avec tableaux synthétiques, courbes ROC, matrices de confusion pour choisir le meilleur.</a:t>
            </a:r>
          </a:p>
          <a:p>
            <a:pPr marL="0" indent="0">
              <a:spcBef>
                <a:spcPts val="2500"/>
              </a:spcBef>
              <a:spcAft>
                <a:spcPts val="600"/>
              </a:spcAft>
              <a:buFont typeface="+mj-lt"/>
              <a:buNone/>
            </a:pPr>
            <a:r>
              <a:rPr lang="en-US" sz="1400" b="1"/>
              <a:t>Critères de sélection</a:t>
            </a:r>
          </a:p>
          <a:p>
            <a:pPr marL="0" lvl="1" indent="0">
              <a:spcBef>
                <a:spcPts val="1000"/>
              </a:spcBef>
              <a:spcAft>
                <a:spcPts val="600"/>
              </a:spcAft>
              <a:buFont typeface="+mj-lt"/>
              <a:buNone/>
            </a:pPr>
            <a:r>
              <a:rPr lang="en-US" sz="1400"/>
              <a:t>Considérer robustesse, stabilité, temps d’entraînement et contraintes opérationnelles dans le choix final.</a:t>
            </a:r>
          </a:p>
          <a:p>
            <a:pPr marL="0" indent="0">
              <a:spcBef>
                <a:spcPts val="2500"/>
              </a:spcBef>
              <a:spcAft>
                <a:spcPts val="600"/>
              </a:spcAft>
              <a:buFont typeface="+mj-lt"/>
              <a:buNone/>
            </a:pPr>
            <a:r>
              <a:rPr lang="en-US" sz="1400" b="1"/>
              <a:t>Interprétabilité du modèle</a:t>
            </a:r>
          </a:p>
          <a:p>
            <a:pPr marL="0" lvl="1" indent="0">
              <a:spcBef>
                <a:spcPts val="1000"/>
              </a:spcBef>
              <a:spcAft>
                <a:spcPts val="600"/>
              </a:spcAft>
              <a:buFont typeface="+mj-lt"/>
              <a:buNone/>
            </a:pPr>
            <a:r>
              <a:rPr lang="en-US" sz="1400"/>
              <a:t>Analyser importances de variables et méthodes SHAP pour comprendre les facteurs influençant la prédiction.</a:t>
            </a:r>
          </a:p>
        </p:txBody>
      </p:sp>
      <p:pic>
        <p:nvPicPr>
          <p:cNvPr id="4" name="Content Placeholder 3" descr="CONCEPT D’ANALYTIQUE">
            <a:extLst>
              <a:ext uri="{FF2B5EF4-FFF2-40B4-BE49-F238E27FC236}">
                <a16:creationId xmlns:a16="http://schemas.microsoft.com/office/drawing/2014/main" id="{60840303-33CC-4239-9218-AD26EA70BB3D}"/>
              </a:ext>
            </a:extLst>
          </p:cNvPr>
          <p:cNvPicPr>
            <a:picLocks noGrp="1" noChangeAspect="1"/>
          </p:cNvPicPr>
          <p:nvPr>
            <p:ph idx="4294967295"/>
          </p:nvPr>
        </p:nvPicPr>
        <p:blipFill>
          <a:blip r:embed="rId3"/>
          <a:srcRect r="18287" b="1"/>
          <a:stretch>
            <a:fillRect/>
          </a:stretch>
        </p:blipFill>
        <p:spPr>
          <a:xfrm>
            <a:off x="6096046" y="1923521"/>
            <a:ext cx="5905546" cy="4824113"/>
          </a:xfrm>
        </p:spPr>
      </p:pic>
    </p:spTree>
    <p:extLst>
      <p:ext uri="{BB962C8B-B14F-4D97-AF65-F5344CB8AC3E}">
        <p14:creationId xmlns:p14="http://schemas.microsoft.com/office/powerpoint/2010/main" val="25263993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9C00C9-3AB6-5836-3E7A-A94E39C8E40A}"/>
              </a:ext>
            </a:extLst>
          </p:cNvPr>
          <p:cNvSpPr>
            <a:spLocks noGrp="1"/>
          </p:cNvSpPr>
          <p:nvPr>
            <p:ph type="title"/>
          </p:nvPr>
        </p:nvSpPr>
        <p:spPr>
          <a:xfrm>
            <a:off x="0" y="2139696"/>
            <a:ext cx="8071011" cy="4718304"/>
          </a:xfrm>
        </p:spPr>
        <p:txBody>
          <a:bodyPr anchor="b">
            <a:normAutofit/>
          </a:bodyPr>
          <a:lstStyle/>
          <a:p>
            <a:r>
              <a:rPr lang="en-US"/>
              <a:t>Synthèse et Conclusion</a:t>
            </a:r>
          </a:p>
        </p:txBody>
      </p:sp>
    </p:spTree>
    <p:extLst>
      <p:ext uri="{BB962C8B-B14F-4D97-AF65-F5344CB8AC3E}">
        <p14:creationId xmlns:p14="http://schemas.microsoft.com/office/powerpoint/2010/main" val="2771300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76AB-0CCD-49C2-EE41-4C1C33702F82}"/>
              </a:ext>
            </a:extLst>
          </p:cNvPr>
          <p:cNvSpPr>
            <a:spLocks noGrp="1"/>
          </p:cNvSpPr>
          <p:nvPr>
            <p:ph type="title"/>
          </p:nvPr>
        </p:nvSpPr>
        <p:spPr>
          <a:xfrm>
            <a:off x="512064" y="631710"/>
            <a:ext cx="11032239" cy="1115203"/>
          </a:xfrm>
        </p:spPr>
        <p:txBody>
          <a:bodyPr vert="horz" lIns="91440" tIns="45720" rIns="91440" bIns="45720" rtlCol="0" anchor="t">
            <a:normAutofit/>
          </a:bodyPr>
          <a:lstStyle/>
          <a:p>
            <a:r>
              <a:rPr lang="fr" sz="3900" b="0" i="0" kern="1200" spc="-200" baseline="0">
                <a:latin typeface="+mj-lt"/>
                <a:ea typeface="+mj-ea"/>
                <a:cs typeface="+mj-cs"/>
              </a:rPr>
              <a:t>Résumé des résultats clés et perspectives futures</a:t>
            </a:r>
          </a:p>
        </p:txBody>
      </p:sp>
      <p:pic>
        <p:nvPicPr>
          <p:cNvPr id="4" name="Content Placeholder 3" descr="Les scientifiques examinent des modèles d’ADN dans le laboratoire moderne de recherche neurologique. Écrans tactiles. Porter une combinaison propre et un masque protecteur">
            <a:extLst>
              <a:ext uri="{FF2B5EF4-FFF2-40B4-BE49-F238E27FC236}">
                <a16:creationId xmlns:a16="http://schemas.microsoft.com/office/drawing/2014/main" id="{392E8E83-C915-4040-8795-045F9A964D8C}"/>
              </a:ext>
            </a:extLst>
          </p:cNvPr>
          <p:cNvPicPr>
            <a:picLocks noGrp="1" noChangeAspect="1"/>
          </p:cNvPicPr>
          <p:nvPr>
            <p:ph type="pic" sz="quarter" idx="18"/>
          </p:nvPr>
        </p:nvPicPr>
        <p:blipFill>
          <a:blip r:embed="rId3"/>
          <a:stretch/>
        </p:blipFill>
        <p:spPr>
          <a:xfrm>
            <a:off x="109181" y="2823623"/>
            <a:ext cx="5786651" cy="3254991"/>
          </a:xfrm>
        </p:spPr>
      </p:pic>
      <p:sp>
        <p:nvSpPr>
          <p:cNvPr id="5" name="TextBox 4">
            <a:extLst>
              <a:ext uri="{FF2B5EF4-FFF2-40B4-BE49-F238E27FC236}">
                <a16:creationId xmlns:a16="http://schemas.microsoft.com/office/drawing/2014/main" id="{3731BC01-FBE2-469C-B926-CE8C9D85FCC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0488" y="2115403"/>
            <a:ext cx="5353815" cy="4110888"/>
          </a:xfrm>
          <a:prstGeom prst="rect">
            <a:avLst/>
          </a:prstGeom>
        </p:spPr>
        <p:txBody>
          <a:bodyPr>
            <a:normAutofit/>
          </a:bodyPr>
          <a:lstStyle/>
          <a:p>
            <a:pPr marL="0" indent="0">
              <a:lnSpc>
                <a:spcPct val="90000"/>
              </a:lnSpc>
              <a:spcBef>
                <a:spcPts val="2500"/>
              </a:spcBef>
              <a:spcAft>
                <a:spcPts val="600"/>
              </a:spcAft>
              <a:buNone/>
            </a:pPr>
            <a:r>
              <a:rPr lang="en-US" sz="1200" b="1"/>
              <a:t>Synthèse des résultats clés</a:t>
            </a:r>
          </a:p>
          <a:p>
            <a:pPr marL="0" lvl="1" indent="0">
              <a:lnSpc>
                <a:spcPct val="90000"/>
              </a:lnSpc>
              <a:spcBef>
                <a:spcPts val="1000"/>
              </a:spcBef>
              <a:spcAft>
                <a:spcPts val="600"/>
              </a:spcAft>
              <a:buNone/>
            </a:pPr>
            <a:r>
              <a:rPr lang="en-US" sz="1200"/>
              <a:t>Le résumé met en avant la performance du meilleur modèle et les variables les plus influentes détectées lors de l’analyse.</a:t>
            </a:r>
          </a:p>
          <a:p>
            <a:pPr marL="0" indent="0">
              <a:lnSpc>
                <a:spcPct val="90000"/>
              </a:lnSpc>
              <a:spcBef>
                <a:spcPts val="2500"/>
              </a:spcBef>
              <a:spcAft>
                <a:spcPts val="600"/>
              </a:spcAft>
              <a:buNone/>
            </a:pPr>
            <a:r>
              <a:rPr lang="en-US" sz="1200" b="1"/>
              <a:t>Cohérence du pipeline</a:t>
            </a:r>
          </a:p>
          <a:p>
            <a:pPr marL="0" lvl="1" indent="0">
              <a:lnSpc>
                <a:spcPct val="90000"/>
              </a:lnSpc>
              <a:spcBef>
                <a:spcPts val="1000"/>
              </a:spcBef>
              <a:spcAft>
                <a:spcPts val="600"/>
              </a:spcAft>
              <a:buNone/>
            </a:pPr>
            <a:r>
              <a:rPr lang="en-US" sz="1200"/>
              <a:t>Le pipeline inclut une analyse exploratoire, un engineering efficace, un choix de modèles adapté et une évaluation rigoureuse.</a:t>
            </a:r>
          </a:p>
          <a:p>
            <a:pPr marL="0" indent="0">
              <a:lnSpc>
                <a:spcPct val="90000"/>
              </a:lnSpc>
              <a:spcBef>
                <a:spcPts val="2500"/>
              </a:spcBef>
              <a:spcAft>
                <a:spcPts val="600"/>
              </a:spcAft>
              <a:buNone/>
            </a:pPr>
            <a:r>
              <a:rPr lang="en-US" sz="1200" b="1"/>
              <a:t>Perspectives futures</a:t>
            </a:r>
          </a:p>
          <a:p>
            <a:pPr marL="0" lvl="1" indent="0">
              <a:lnSpc>
                <a:spcPct val="90000"/>
              </a:lnSpc>
              <a:spcBef>
                <a:spcPts val="1000"/>
              </a:spcBef>
              <a:spcAft>
                <a:spcPts val="600"/>
              </a:spcAft>
              <a:buNone/>
            </a:pPr>
            <a:r>
              <a:rPr lang="en-US" sz="1200"/>
              <a:t>Les futures améliorations envisagées comprennent l’enrichissement des données, des modèles avancés et un monitoring post-déploiement.</a:t>
            </a:r>
          </a:p>
          <a:p>
            <a:pPr marL="0" indent="0">
              <a:lnSpc>
                <a:spcPct val="90000"/>
              </a:lnSpc>
              <a:spcBef>
                <a:spcPts val="2500"/>
              </a:spcBef>
              <a:spcAft>
                <a:spcPts val="600"/>
              </a:spcAft>
              <a:buNone/>
            </a:pPr>
            <a:r>
              <a:rPr lang="en-US" sz="1200" b="1"/>
              <a:t>Limites et enjeux</a:t>
            </a:r>
          </a:p>
          <a:p>
            <a:pPr marL="0" lvl="1" indent="0">
              <a:lnSpc>
                <a:spcPct val="90000"/>
              </a:lnSpc>
              <a:spcBef>
                <a:spcPts val="1000"/>
              </a:spcBef>
              <a:spcAft>
                <a:spcPts val="600"/>
              </a:spcAft>
              <a:buNone/>
            </a:pPr>
            <a:r>
              <a:rPr lang="en-US" sz="1200"/>
              <a:t>Les limites incluent un manque de données, des biais potentiels et une dépendance à certaines variables, à adresser dans les travaux futurs.</a:t>
            </a:r>
          </a:p>
        </p:txBody>
      </p:sp>
    </p:spTree>
    <p:extLst>
      <p:ext uri="{BB962C8B-B14F-4D97-AF65-F5344CB8AC3E}">
        <p14:creationId xmlns:p14="http://schemas.microsoft.com/office/powerpoint/2010/main" val="3476363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xe">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29A7A8D1-FA12-48E5-833B-A4F52DE12E5B}">
  <ds:schemaRefs>
    <ds:schemaRef ds:uri="230e9df3-be65-4c73-a93b-d1236ebd677e"/>
    <ds:schemaRef ds:uri="543e3375-4853-4ccc-a3e2-1512ebb9cffd"/>
    <ds:schemaRef ds:uri="9e626b82-2e62-4b56-b4f0-2eb243f478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F782DA7-86C0-4A84-A860-11A1E6E3FB6B}">
  <ds:schemaRefs>
    <ds:schemaRef ds:uri="16c05727-aa75-4e4a-9b5f-8a80a1165891"/>
    <ds:schemaRef ds:uri="230e9df3-be65-4c73-a93b-d1236ebd677e"/>
    <ds:schemaRef ds:uri="71af3243-3dd4-4a8d-8c0d-dd76da1f02a5"/>
    <ds:schemaRef ds:uri="9e626b82-2e62-4b56-b4f0-2eb243f478f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Axe</vt:lpstr>
      <vt:lpstr>Projet d’Apprentissage Automatique – Présentation  LAPLACE - IMMO</vt:lpstr>
      <vt:lpstr>Présentation Générale du Projet</vt:lpstr>
      <vt:lpstr>Contexte, objectifs et structure de la présentation</vt:lpstr>
      <vt:lpstr>Analyse du Dataset</vt:lpstr>
      <vt:lpstr>Structure, source et qualité des données</vt:lpstr>
      <vt:lpstr>Analyse Exploratoire</vt:lpstr>
      <vt:lpstr>Analyse univariée des variables numériques</vt:lpstr>
      <vt:lpstr>Analyse bivariée : relations avec la variable cible</vt:lpstr>
      <vt:lpstr>Préparation des Données et Feature Engineering</vt:lpstr>
      <vt:lpstr>Nettoyage, imputation et transformations préliminaires</vt:lpstr>
      <vt:lpstr>Encodage, normalisation et création de nouvelles variables</vt:lpstr>
      <vt:lpstr>Modélisation et Évaluation</vt:lpstr>
      <vt:lpstr>Modèles testés et méthodologie d’entraînement</vt:lpstr>
      <vt:lpstr>Évaluation, comparaison et sélection du meilleur modèle</vt:lpstr>
      <vt:lpstr>Synthèse et Conclusion</vt:lpstr>
      <vt:lpstr>Résumé des résultats clés et perspectives futures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31</cp:revision>
  <dcterms:created xsi:type="dcterms:W3CDTF">2024-06-26T20:20:27Z</dcterms:created>
  <dcterms:modified xsi:type="dcterms:W3CDTF">2026-02-14T23:22:28Z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